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1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50"/>
    <p:restoredTop sz="94694"/>
  </p:normalViewPr>
  <p:slideViewPr>
    <p:cSldViewPr snapToGrid="0" snapToObjects="1">
      <p:cViewPr varScale="1">
        <p:scale>
          <a:sx n="105" d="100"/>
          <a:sy n="105" d="100"/>
        </p:scale>
        <p:origin x="189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AFA115-623F-454D-9E39-FF30E171110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6D851E5-FF4F-4E3A-BC25-36F88E66D4B2}">
      <dgm:prSet/>
      <dgm:spPr/>
      <dgm:t>
        <a:bodyPr/>
        <a:lstStyle/>
        <a:p>
          <a:r>
            <a:rPr lang="en-US" b="1"/>
            <a:t>Kafka pipeline</a:t>
          </a:r>
          <a:r>
            <a:rPr lang="en-US"/>
            <a:t> for ingesting live movie reviews.</a:t>
          </a:r>
        </a:p>
      </dgm:t>
    </dgm:pt>
    <dgm:pt modelId="{B18648ED-4D68-4978-B94E-A81179F3C176}" type="parTrans" cxnId="{15DC4F63-C3B1-4ADB-9D24-376EBF75F814}">
      <dgm:prSet/>
      <dgm:spPr/>
      <dgm:t>
        <a:bodyPr/>
        <a:lstStyle/>
        <a:p>
          <a:endParaRPr lang="en-US"/>
        </a:p>
      </dgm:t>
    </dgm:pt>
    <dgm:pt modelId="{0271FDE8-2843-47B5-A395-D87F311BE623}" type="sibTrans" cxnId="{15DC4F63-C3B1-4ADB-9D24-376EBF75F814}">
      <dgm:prSet/>
      <dgm:spPr/>
      <dgm:t>
        <a:bodyPr/>
        <a:lstStyle/>
        <a:p>
          <a:endParaRPr lang="en-US"/>
        </a:p>
      </dgm:t>
    </dgm:pt>
    <dgm:pt modelId="{ACC4DF4C-467E-4764-BEF5-9F51864B93F5}">
      <dgm:prSet/>
      <dgm:spPr/>
      <dgm:t>
        <a:bodyPr/>
        <a:lstStyle/>
        <a:p>
          <a:r>
            <a:rPr lang="en-US"/>
            <a:t>Generate </a:t>
          </a:r>
          <a:r>
            <a:rPr lang="en-US" b="1"/>
            <a:t>embeddings</a:t>
          </a:r>
          <a:r>
            <a:rPr lang="en-US"/>
            <a:t> and store in a </a:t>
          </a:r>
          <a:r>
            <a:rPr lang="en-US" b="1"/>
            <a:t>vector database</a:t>
          </a:r>
          <a:r>
            <a:rPr lang="en-US"/>
            <a:t>.</a:t>
          </a:r>
        </a:p>
      </dgm:t>
    </dgm:pt>
    <dgm:pt modelId="{B7C605B0-C52C-4342-AE9F-3DDBDBF61DF5}" type="parTrans" cxnId="{026F9671-60A0-42D8-B6BC-64CABDA86750}">
      <dgm:prSet/>
      <dgm:spPr/>
      <dgm:t>
        <a:bodyPr/>
        <a:lstStyle/>
        <a:p>
          <a:endParaRPr lang="en-US"/>
        </a:p>
      </dgm:t>
    </dgm:pt>
    <dgm:pt modelId="{5D590560-2325-4DA8-9A75-D41DDD90D969}" type="sibTrans" cxnId="{026F9671-60A0-42D8-B6BC-64CABDA86750}">
      <dgm:prSet/>
      <dgm:spPr/>
      <dgm:t>
        <a:bodyPr/>
        <a:lstStyle/>
        <a:p>
          <a:endParaRPr lang="en-US"/>
        </a:p>
      </dgm:t>
    </dgm:pt>
    <dgm:pt modelId="{7845567C-48DA-4E61-A9A4-92D0BFE3013F}">
      <dgm:prSet/>
      <dgm:spPr/>
      <dgm:t>
        <a:bodyPr/>
        <a:lstStyle/>
        <a:p>
          <a:r>
            <a:rPr lang="en-US" b="1"/>
            <a:t>Retrieve the most relevant reviews</a:t>
          </a:r>
          <a:r>
            <a:rPr lang="en-US"/>
            <a:t> for user queries.</a:t>
          </a:r>
        </a:p>
      </dgm:t>
    </dgm:pt>
    <dgm:pt modelId="{8FF982A3-9B9A-4EFD-BCEE-93588A23A218}" type="parTrans" cxnId="{7A1F5DA0-7F10-4433-9874-5716AF8F23CF}">
      <dgm:prSet/>
      <dgm:spPr/>
      <dgm:t>
        <a:bodyPr/>
        <a:lstStyle/>
        <a:p>
          <a:endParaRPr lang="en-US"/>
        </a:p>
      </dgm:t>
    </dgm:pt>
    <dgm:pt modelId="{5B1D04A2-2A4F-434B-9863-B217E47EF944}" type="sibTrans" cxnId="{7A1F5DA0-7F10-4433-9874-5716AF8F23CF}">
      <dgm:prSet/>
      <dgm:spPr/>
      <dgm:t>
        <a:bodyPr/>
        <a:lstStyle/>
        <a:p>
          <a:endParaRPr lang="en-US"/>
        </a:p>
      </dgm:t>
    </dgm:pt>
    <dgm:pt modelId="{87D310A1-6386-4B91-8477-F37E39F5536C}">
      <dgm:prSet/>
      <dgm:spPr/>
      <dgm:t>
        <a:bodyPr/>
        <a:lstStyle/>
        <a:p>
          <a:r>
            <a:rPr lang="en-US"/>
            <a:t>Demonstrate </a:t>
          </a:r>
          <a:r>
            <a:rPr lang="en-US" b="1"/>
            <a:t>real-time operation</a:t>
          </a:r>
          <a:r>
            <a:rPr lang="en-US"/>
            <a:t> of a RAG system.</a:t>
          </a:r>
        </a:p>
      </dgm:t>
    </dgm:pt>
    <dgm:pt modelId="{A944F4B0-6E74-4D49-8F76-E96F696EF90E}" type="parTrans" cxnId="{9A3647D0-6C10-454A-B7B4-E3C5EA6BCC87}">
      <dgm:prSet/>
      <dgm:spPr/>
      <dgm:t>
        <a:bodyPr/>
        <a:lstStyle/>
        <a:p>
          <a:endParaRPr lang="en-US"/>
        </a:p>
      </dgm:t>
    </dgm:pt>
    <dgm:pt modelId="{E86DD0E1-DA01-4BED-AC2C-8B8A2CC80B13}" type="sibTrans" cxnId="{9A3647D0-6C10-454A-B7B4-E3C5EA6BCC87}">
      <dgm:prSet/>
      <dgm:spPr/>
      <dgm:t>
        <a:bodyPr/>
        <a:lstStyle/>
        <a:p>
          <a:endParaRPr lang="en-US"/>
        </a:p>
      </dgm:t>
    </dgm:pt>
    <dgm:pt modelId="{CB37947F-CE6F-C746-9BD6-EBC95A464FEF}" type="pres">
      <dgm:prSet presAssocID="{3BAFA115-623F-454D-9E39-FF30E1711102}" presName="linear" presStyleCnt="0">
        <dgm:presLayoutVars>
          <dgm:animLvl val="lvl"/>
          <dgm:resizeHandles val="exact"/>
        </dgm:presLayoutVars>
      </dgm:prSet>
      <dgm:spPr/>
    </dgm:pt>
    <dgm:pt modelId="{4B4C5D5A-F288-344C-B21E-0012A37B357E}" type="pres">
      <dgm:prSet presAssocID="{86D851E5-FF4F-4E3A-BC25-36F88E66D4B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811AF80-EE66-1B4C-967F-2044871CEC67}" type="pres">
      <dgm:prSet presAssocID="{0271FDE8-2843-47B5-A395-D87F311BE623}" presName="spacer" presStyleCnt="0"/>
      <dgm:spPr/>
    </dgm:pt>
    <dgm:pt modelId="{18DF5889-D774-F94D-9768-84B7E3828F5A}" type="pres">
      <dgm:prSet presAssocID="{ACC4DF4C-467E-4764-BEF5-9F51864B93F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696E673-03F9-384A-AA2B-D870AB0F1EE7}" type="pres">
      <dgm:prSet presAssocID="{5D590560-2325-4DA8-9A75-D41DDD90D969}" presName="spacer" presStyleCnt="0"/>
      <dgm:spPr/>
    </dgm:pt>
    <dgm:pt modelId="{87B734AA-6E8D-9C46-A7FA-A806072A97CE}" type="pres">
      <dgm:prSet presAssocID="{7845567C-48DA-4E61-A9A4-92D0BFE3013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7717A65-1772-0F47-B107-44FE23DCE5E7}" type="pres">
      <dgm:prSet presAssocID="{5B1D04A2-2A4F-434B-9863-B217E47EF944}" presName="spacer" presStyleCnt="0"/>
      <dgm:spPr/>
    </dgm:pt>
    <dgm:pt modelId="{968A6409-38FE-E049-A685-D48D1545BAE8}" type="pres">
      <dgm:prSet presAssocID="{87D310A1-6386-4B91-8477-F37E39F5536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1BC2E07-272D-5C42-A68A-D2D39FC6D01C}" type="presOf" srcId="{7845567C-48DA-4E61-A9A4-92D0BFE3013F}" destId="{87B734AA-6E8D-9C46-A7FA-A806072A97CE}" srcOrd="0" destOrd="0" presId="urn:microsoft.com/office/officeart/2005/8/layout/vList2"/>
    <dgm:cxn modelId="{8AD13C08-7BA1-AC44-8F33-6EC5A2072DB8}" type="presOf" srcId="{86D851E5-FF4F-4E3A-BC25-36F88E66D4B2}" destId="{4B4C5D5A-F288-344C-B21E-0012A37B357E}" srcOrd="0" destOrd="0" presId="urn:microsoft.com/office/officeart/2005/8/layout/vList2"/>
    <dgm:cxn modelId="{592C6015-BD35-E14A-B917-3874115B2999}" type="presOf" srcId="{87D310A1-6386-4B91-8477-F37E39F5536C}" destId="{968A6409-38FE-E049-A685-D48D1545BAE8}" srcOrd="0" destOrd="0" presId="urn:microsoft.com/office/officeart/2005/8/layout/vList2"/>
    <dgm:cxn modelId="{15DC4F63-C3B1-4ADB-9D24-376EBF75F814}" srcId="{3BAFA115-623F-454D-9E39-FF30E1711102}" destId="{86D851E5-FF4F-4E3A-BC25-36F88E66D4B2}" srcOrd="0" destOrd="0" parTransId="{B18648ED-4D68-4978-B94E-A81179F3C176}" sibTransId="{0271FDE8-2843-47B5-A395-D87F311BE623}"/>
    <dgm:cxn modelId="{59E69545-1EFE-7844-BAE9-EB25C0DFED67}" type="presOf" srcId="{ACC4DF4C-467E-4764-BEF5-9F51864B93F5}" destId="{18DF5889-D774-F94D-9768-84B7E3828F5A}" srcOrd="0" destOrd="0" presId="urn:microsoft.com/office/officeart/2005/8/layout/vList2"/>
    <dgm:cxn modelId="{026F9671-60A0-42D8-B6BC-64CABDA86750}" srcId="{3BAFA115-623F-454D-9E39-FF30E1711102}" destId="{ACC4DF4C-467E-4764-BEF5-9F51864B93F5}" srcOrd="1" destOrd="0" parTransId="{B7C605B0-C52C-4342-AE9F-3DDBDBF61DF5}" sibTransId="{5D590560-2325-4DA8-9A75-D41DDD90D969}"/>
    <dgm:cxn modelId="{7A1F5DA0-7F10-4433-9874-5716AF8F23CF}" srcId="{3BAFA115-623F-454D-9E39-FF30E1711102}" destId="{7845567C-48DA-4E61-A9A4-92D0BFE3013F}" srcOrd="2" destOrd="0" parTransId="{8FF982A3-9B9A-4EFD-BCEE-93588A23A218}" sibTransId="{5B1D04A2-2A4F-434B-9863-B217E47EF944}"/>
    <dgm:cxn modelId="{9A3647D0-6C10-454A-B7B4-E3C5EA6BCC87}" srcId="{3BAFA115-623F-454D-9E39-FF30E1711102}" destId="{87D310A1-6386-4B91-8477-F37E39F5536C}" srcOrd="3" destOrd="0" parTransId="{A944F4B0-6E74-4D49-8F76-E96F696EF90E}" sibTransId="{E86DD0E1-DA01-4BED-AC2C-8B8A2CC80B13}"/>
    <dgm:cxn modelId="{47EF76D7-7421-A843-A68F-1972364276BA}" type="presOf" srcId="{3BAFA115-623F-454D-9E39-FF30E1711102}" destId="{CB37947F-CE6F-C746-9BD6-EBC95A464FEF}" srcOrd="0" destOrd="0" presId="urn:microsoft.com/office/officeart/2005/8/layout/vList2"/>
    <dgm:cxn modelId="{83FC8699-541B-DD43-BA5B-9CE59800ECF8}" type="presParOf" srcId="{CB37947F-CE6F-C746-9BD6-EBC95A464FEF}" destId="{4B4C5D5A-F288-344C-B21E-0012A37B357E}" srcOrd="0" destOrd="0" presId="urn:microsoft.com/office/officeart/2005/8/layout/vList2"/>
    <dgm:cxn modelId="{CA4DC77D-53D4-844C-B8F8-D4CACB6FE657}" type="presParOf" srcId="{CB37947F-CE6F-C746-9BD6-EBC95A464FEF}" destId="{C811AF80-EE66-1B4C-967F-2044871CEC67}" srcOrd="1" destOrd="0" presId="urn:microsoft.com/office/officeart/2005/8/layout/vList2"/>
    <dgm:cxn modelId="{DE061E64-3D82-DE4A-A414-57F36B782C69}" type="presParOf" srcId="{CB37947F-CE6F-C746-9BD6-EBC95A464FEF}" destId="{18DF5889-D774-F94D-9768-84B7E3828F5A}" srcOrd="2" destOrd="0" presId="urn:microsoft.com/office/officeart/2005/8/layout/vList2"/>
    <dgm:cxn modelId="{045A00BE-EC37-FA41-8FB1-21D3076066A9}" type="presParOf" srcId="{CB37947F-CE6F-C746-9BD6-EBC95A464FEF}" destId="{1696E673-03F9-384A-AA2B-D870AB0F1EE7}" srcOrd="3" destOrd="0" presId="urn:microsoft.com/office/officeart/2005/8/layout/vList2"/>
    <dgm:cxn modelId="{25D321CD-8587-804B-BDFC-5D5426498C2F}" type="presParOf" srcId="{CB37947F-CE6F-C746-9BD6-EBC95A464FEF}" destId="{87B734AA-6E8D-9C46-A7FA-A806072A97CE}" srcOrd="4" destOrd="0" presId="urn:microsoft.com/office/officeart/2005/8/layout/vList2"/>
    <dgm:cxn modelId="{BCE0F643-D822-BA44-8E8C-2B37820CA65A}" type="presParOf" srcId="{CB37947F-CE6F-C746-9BD6-EBC95A464FEF}" destId="{87717A65-1772-0F47-B107-44FE23DCE5E7}" srcOrd="5" destOrd="0" presId="urn:microsoft.com/office/officeart/2005/8/layout/vList2"/>
    <dgm:cxn modelId="{35EA0A35-F4BF-A748-8BCC-90D7939BC805}" type="presParOf" srcId="{CB37947F-CE6F-C746-9BD6-EBC95A464FEF}" destId="{968A6409-38FE-E049-A685-D48D1545BAE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59FA3D-A371-4E40-A381-4A0D296BF6B8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531136F-B2F5-424A-8ACF-3EACC162536F}">
      <dgm:prSet/>
      <dgm:spPr/>
      <dgm:t>
        <a:bodyPr/>
        <a:lstStyle/>
        <a:p>
          <a:r>
            <a:rPr lang="en-US"/>
            <a:t>Supports </a:t>
          </a:r>
          <a:r>
            <a:rPr lang="en-US" b="1"/>
            <a:t>real-time retrieval and generation</a:t>
          </a:r>
          <a:r>
            <a:rPr lang="en-US"/>
            <a:t> of movie review summaries.</a:t>
          </a:r>
        </a:p>
      </dgm:t>
    </dgm:pt>
    <dgm:pt modelId="{BFC9D217-366A-492A-89B4-03F4327D649F}" type="parTrans" cxnId="{A47D4581-948E-41C9-9445-88076BF1BCC2}">
      <dgm:prSet/>
      <dgm:spPr/>
      <dgm:t>
        <a:bodyPr/>
        <a:lstStyle/>
        <a:p>
          <a:endParaRPr lang="en-US"/>
        </a:p>
      </dgm:t>
    </dgm:pt>
    <dgm:pt modelId="{A4E990FF-9B6A-4CA8-A3A3-DEFC4F6AB550}" type="sibTrans" cxnId="{A47D4581-948E-41C9-9445-88076BF1BCC2}">
      <dgm:prSet/>
      <dgm:spPr/>
      <dgm:t>
        <a:bodyPr/>
        <a:lstStyle/>
        <a:p>
          <a:endParaRPr lang="en-US"/>
        </a:p>
      </dgm:t>
    </dgm:pt>
    <dgm:pt modelId="{167BBD71-6120-4148-8015-2C36857CA344}">
      <dgm:prSet/>
      <dgm:spPr/>
      <dgm:t>
        <a:bodyPr/>
        <a:lstStyle/>
        <a:p>
          <a:r>
            <a:rPr lang="en-US"/>
            <a:t>Combines </a:t>
          </a:r>
          <a:r>
            <a:rPr lang="en-US" b="1"/>
            <a:t>live streaming data</a:t>
          </a:r>
          <a:r>
            <a:rPr lang="en-US"/>
            <a:t> with </a:t>
          </a:r>
          <a:r>
            <a:rPr lang="en-US" b="1"/>
            <a:t>RAG-based summaries</a:t>
          </a:r>
          <a:r>
            <a:rPr lang="en-US"/>
            <a:t>.</a:t>
          </a:r>
        </a:p>
      </dgm:t>
    </dgm:pt>
    <dgm:pt modelId="{79460EB9-E057-412C-B268-484538EE0120}" type="parTrans" cxnId="{9C00D834-EC84-4D4D-8F12-30726C9B6584}">
      <dgm:prSet/>
      <dgm:spPr/>
      <dgm:t>
        <a:bodyPr/>
        <a:lstStyle/>
        <a:p>
          <a:endParaRPr lang="en-US"/>
        </a:p>
      </dgm:t>
    </dgm:pt>
    <dgm:pt modelId="{9FFB0094-3CD3-4159-B4B7-7E6D3D71E3EE}" type="sibTrans" cxnId="{9C00D834-EC84-4D4D-8F12-30726C9B6584}">
      <dgm:prSet/>
      <dgm:spPr/>
      <dgm:t>
        <a:bodyPr/>
        <a:lstStyle/>
        <a:p>
          <a:endParaRPr lang="en-US"/>
        </a:p>
      </dgm:t>
    </dgm:pt>
    <dgm:pt modelId="{1C23F4A6-F358-4F60-9318-E1B1A70F9C33}">
      <dgm:prSet/>
      <dgm:spPr/>
      <dgm:t>
        <a:bodyPr/>
        <a:lstStyle/>
        <a:p>
          <a:r>
            <a:rPr lang="en-US"/>
            <a:t>Key components:</a:t>
          </a:r>
        </a:p>
      </dgm:t>
    </dgm:pt>
    <dgm:pt modelId="{555EE825-A757-477C-9B17-4DDAC26C08F9}" type="parTrans" cxnId="{EB14276A-C304-4820-A753-179C7752638F}">
      <dgm:prSet/>
      <dgm:spPr/>
      <dgm:t>
        <a:bodyPr/>
        <a:lstStyle/>
        <a:p>
          <a:endParaRPr lang="en-US"/>
        </a:p>
      </dgm:t>
    </dgm:pt>
    <dgm:pt modelId="{69BCC5E8-94E8-4A47-9C32-52C5A0A7579E}" type="sibTrans" cxnId="{EB14276A-C304-4820-A753-179C7752638F}">
      <dgm:prSet/>
      <dgm:spPr/>
      <dgm:t>
        <a:bodyPr/>
        <a:lstStyle/>
        <a:p>
          <a:endParaRPr lang="en-US"/>
        </a:p>
      </dgm:t>
    </dgm:pt>
    <dgm:pt modelId="{39A1AABC-2439-4D69-B146-BFB6125C91A6}">
      <dgm:prSet/>
      <dgm:spPr/>
      <dgm:t>
        <a:bodyPr/>
        <a:lstStyle/>
        <a:p>
          <a:r>
            <a:rPr lang="en-US" b="1"/>
            <a:t>Data Ingestion</a:t>
          </a:r>
          <a:endParaRPr lang="en-US"/>
        </a:p>
      </dgm:t>
    </dgm:pt>
    <dgm:pt modelId="{F91BC7AD-052F-4DC3-9F50-02501C5480B4}" type="parTrans" cxnId="{211BDB5A-9374-4BC3-8B19-8BDD87CE6BC3}">
      <dgm:prSet/>
      <dgm:spPr/>
      <dgm:t>
        <a:bodyPr/>
        <a:lstStyle/>
        <a:p>
          <a:endParaRPr lang="en-US"/>
        </a:p>
      </dgm:t>
    </dgm:pt>
    <dgm:pt modelId="{46B17CBE-B8AA-471A-A718-F68DB20A4F21}" type="sibTrans" cxnId="{211BDB5A-9374-4BC3-8B19-8BDD87CE6BC3}">
      <dgm:prSet/>
      <dgm:spPr/>
      <dgm:t>
        <a:bodyPr/>
        <a:lstStyle/>
        <a:p>
          <a:endParaRPr lang="en-US"/>
        </a:p>
      </dgm:t>
    </dgm:pt>
    <dgm:pt modelId="{8CAE073E-8F09-43A5-B9C9-AC1064B7BBBF}">
      <dgm:prSet/>
      <dgm:spPr/>
      <dgm:t>
        <a:bodyPr/>
        <a:lstStyle/>
        <a:p>
          <a:r>
            <a:rPr lang="en-US" b="1"/>
            <a:t>Embeddings &amp; Vector Database</a:t>
          </a:r>
          <a:endParaRPr lang="en-US"/>
        </a:p>
      </dgm:t>
    </dgm:pt>
    <dgm:pt modelId="{491BCB02-B737-48A6-A0E5-E82A39A3D52C}" type="parTrans" cxnId="{DD16644E-D5F0-4C3B-8093-9AE0064B87E4}">
      <dgm:prSet/>
      <dgm:spPr/>
      <dgm:t>
        <a:bodyPr/>
        <a:lstStyle/>
        <a:p>
          <a:endParaRPr lang="en-US"/>
        </a:p>
      </dgm:t>
    </dgm:pt>
    <dgm:pt modelId="{483F22CE-3DF3-4D86-A8CC-F472E552095C}" type="sibTrans" cxnId="{DD16644E-D5F0-4C3B-8093-9AE0064B87E4}">
      <dgm:prSet/>
      <dgm:spPr/>
      <dgm:t>
        <a:bodyPr/>
        <a:lstStyle/>
        <a:p>
          <a:endParaRPr lang="en-US"/>
        </a:p>
      </dgm:t>
    </dgm:pt>
    <dgm:pt modelId="{8D2259EB-3BA2-4EFF-AA3A-A16DF0183FA5}">
      <dgm:prSet/>
      <dgm:spPr/>
      <dgm:t>
        <a:bodyPr/>
        <a:lstStyle/>
        <a:p>
          <a:r>
            <a:rPr lang="en-US" b="1"/>
            <a:t>RAG Query &amp; Generation</a:t>
          </a:r>
          <a:endParaRPr lang="en-US"/>
        </a:p>
      </dgm:t>
    </dgm:pt>
    <dgm:pt modelId="{7D16555E-92BF-4512-A711-742A5780CBD5}" type="parTrans" cxnId="{1E91FC82-91C3-4464-9A01-157382ABF25A}">
      <dgm:prSet/>
      <dgm:spPr/>
      <dgm:t>
        <a:bodyPr/>
        <a:lstStyle/>
        <a:p>
          <a:endParaRPr lang="en-US"/>
        </a:p>
      </dgm:t>
    </dgm:pt>
    <dgm:pt modelId="{08B461C8-AB4F-49F8-95D1-4DB2500072D9}" type="sibTrans" cxnId="{1E91FC82-91C3-4464-9A01-157382ABF25A}">
      <dgm:prSet/>
      <dgm:spPr/>
      <dgm:t>
        <a:bodyPr/>
        <a:lstStyle/>
        <a:p>
          <a:endParaRPr lang="en-US"/>
        </a:p>
      </dgm:t>
    </dgm:pt>
    <dgm:pt modelId="{41453DBE-9488-7245-AE86-16EF3E0DC334}" type="pres">
      <dgm:prSet presAssocID="{EE59FA3D-A371-4E40-A381-4A0D296BF6B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9BA8F77-A973-A843-8988-B94284EAE5EB}" type="pres">
      <dgm:prSet presAssocID="{B531136F-B2F5-424A-8ACF-3EACC162536F}" presName="root1" presStyleCnt="0"/>
      <dgm:spPr/>
    </dgm:pt>
    <dgm:pt modelId="{242D1A79-6BC8-B043-91DF-FFE6928476D0}" type="pres">
      <dgm:prSet presAssocID="{B531136F-B2F5-424A-8ACF-3EACC162536F}" presName="LevelOneTextNode" presStyleLbl="node0" presStyleIdx="0" presStyleCnt="3">
        <dgm:presLayoutVars>
          <dgm:chPref val="3"/>
        </dgm:presLayoutVars>
      </dgm:prSet>
      <dgm:spPr/>
    </dgm:pt>
    <dgm:pt modelId="{D3FD69D1-CB4D-2843-9441-BA96596CA594}" type="pres">
      <dgm:prSet presAssocID="{B531136F-B2F5-424A-8ACF-3EACC162536F}" presName="level2hierChild" presStyleCnt="0"/>
      <dgm:spPr/>
    </dgm:pt>
    <dgm:pt modelId="{0EBD801D-4F21-6F4A-86B3-CA5142D821CE}" type="pres">
      <dgm:prSet presAssocID="{167BBD71-6120-4148-8015-2C36857CA344}" presName="root1" presStyleCnt="0"/>
      <dgm:spPr/>
    </dgm:pt>
    <dgm:pt modelId="{A20F77C7-98DA-A046-84AC-51216CBC0838}" type="pres">
      <dgm:prSet presAssocID="{167BBD71-6120-4148-8015-2C36857CA344}" presName="LevelOneTextNode" presStyleLbl="node0" presStyleIdx="1" presStyleCnt="3">
        <dgm:presLayoutVars>
          <dgm:chPref val="3"/>
        </dgm:presLayoutVars>
      </dgm:prSet>
      <dgm:spPr/>
    </dgm:pt>
    <dgm:pt modelId="{B00C15EC-6AD0-CE48-AFE3-11E01E2F05BD}" type="pres">
      <dgm:prSet presAssocID="{167BBD71-6120-4148-8015-2C36857CA344}" presName="level2hierChild" presStyleCnt="0"/>
      <dgm:spPr/>
    </dgm:pt>
    <dgm:pt modelId="{409FEAFD-F1E7-D74D-A8CF-CBED31D63F05}" type="pres">
      <dgm:prSet presAssocID="{1C23F4A6-F358-4F60-9318-E1B1A70F9C33}" presName="root1" presStyleCnt="0"/>
      <dgm:spPr/>
    </dgm:pt>
    <dgm:pt modelId="{D15A6A31-D6E5-0741-A904-C780536FC5B8}" type="pres">
      <dgm:prSet presAssocID="{1C23F4A6-F358-4F60-9318-E1B1A70F9C33}" presName="LevelOneTextNode" presStyleLbl="node0" presStyleIdx="2" presStyleCnt="3">
        <dgm:presLayoutVars>
          <dgm:chPref val="3"/>
        </dgm:presLayoutVars>
      </dgm:prSet>
      <dgm:spPr/>
    </dgm:pt>
    <dgm:pt modelId="{9CF45F97-FC08-FE46-998F-A953AEAB3671}" type="pres">
      <dgm:prSet presAssocID="{1C23F4A6-F358-4F60-9318-E1B1A70F9C33}" presName="level2hierChild" presStyleCnt="0"/>
      <dgm:spPr/>
    </dgm:pt>
    <dgm:pt modelId="{5FD2208A-30C8-6B4F-98D2-2B6A05EAD2F8}" type="pres">
      <dgm:prSet presAssocID="{F91BC7AD-052F-4DC3-9F50-02501C5480B4}" presName="conn2-1" presStyleLbl="parChTrans1D2" presStyleIdx="0" presStyleCnt="3"/>
      <dgm:spPr/>
    </dgm:pt>
    <dgm:pt modelId="{94C442AE-1429-3A47-974C-EF1EEB765141}" type="pres">
      <dgm:prSet presAssocID="{F91BC7AD-052F-4DC3-9F50-02501C5480B4}" presName="connTx" presStyleLbl="parChTrans1D2" presStyleIdx="0" presStyleCnt="3"/>
      <dgm:spPr/>
    </dgm:pt>
    <dgm:pt modelId="{31EB315D-E32B-2F4F-B411-02F63D5D4C9D}" type="pres">
      <dgm:prSet presAssocID="{39A1AABC-2439-4D69-B146-BFB6125C91A6}" presName="root2" presStyleCnt="0"/>
      <dgm:spPr/>
    </dgm:pt>
    <dgm:pt modelId="{B3D1FAD6-5605-E740-ADB6-08BA4FA4B650}" type="pres">
      <dgm:prSet presAssocID="{39A1AABC-2439-4D69-B146-BFB6125C91A6}" presName="LevelTwoTextNode" presStyleLbl="node2" presStyleIdx="0" presStyleCnt="3">
        <dgm:presLayoutVars>
          <dgm:chPref val="3"/>
        </dgm:presLayoutVars>
      </dgm:prSet>
      <dgm:spPr/>
    </dgm:pt>
    <dgm:pt modelId="{2CCF0085-C8E4-574B-B652-4CDE38963FB2}" type="pres">
      <dgm:prSet presAssocID="{39A1AABC-2439-4D69-B146-BFB6125C91A6}" presName="level3hierChild" presStyleCnt="0"/>
      <dgm:spPr/>
    </dgm:pt>
    <dgm:pt modelId="{B9ADC09A-7E0E-444C-AA36-30EFFAF4BD4D}" type="pres">
      <dgm:prSet presAssocID="{491BCB02-B737-48A6-A0E5-E82A39A3D52C}" presName="conn2-1" presStyleLbl="parChTrans1D2" presStyleIdx="1" presStyleCnt="3"/>
      <dgm:spPr/>
    </dgm:pt>
    <dgm:pt modelId="{EDD2E031-EFD9-EC46-9999-BBC248B7DA2A}" type="pres">
      <dgm:prSet presAssocID="{491BCB02-B737-48A6-A0E5-E82A39A3D52C}" presName="connTx" presStyleLbl="parChTrans1D2" presStyleIdx="1" presStyleCnt="3"/>
      <dgm:spPr/>
    </dgm:pt>
    <dgm:pt modelId="{851F7101-517E-3D4B-980B-69E21190434F}" type="pres">
      <dgm:prSet presAssocID="{8CAE073E-8F09-43A5-B9C9-AC1064B7BBBF}" presName="root2" presStyleCnt="0"/>
      <dgm:spPr/>
    </dgm:pt>
    <dgm:pt modelId="{3B5B2C64-2AA2-5848-BA4B-9A95FF628C5D}" type="pres">
      <dgm:prSet presAssocID="{8CAE073E-8F09-43A5-B9C9-AC1064B7BBBF}" presName="LevelTwoTextNode" presStyleLbl="node2" presStyleIdx="1" presStyleCnt="3">
        <dgm:presLayoutVars>
          <dgm:chPref val="3"/>
        </dgm:presLayoutVars>
      </dgm:prSet>
      <dgm:spPr/>
    </dgm:pt>
    <dgm:pt modelId="{DA384AE7-0345-BD49-B377-18654AA8C470}" type="pres">
      <dgm:prSet presAssocID="{8CAE073E-8F09-43A5-B9C9-AC1064B7BBBF}" presName="level3hierChild" presStyleCnt="0"/>
      <dgm:spPr/>
    </dgm:pt>
    <dgm:pt modelId="{B1051498-9877-4B48-802C-465E91E99207}" type="pres">
      <dgm:prSet presAssocID="{7D16555E-92BF-4512-A711-742A5780CBD5}" presName="conn2-1" presStyleLbl="parChTrans1D2" presStyleIdx="2" presStyleCnt="3"/>
      <dgm:spPr/>
    </dgm:pt>
    <dgm:pt modelId="{7161C114-63F8-1141-A162-47BC0061C0CD}" type="pres">
      <dgm:prSet presAssocID="{7D16555E-92BF-4512-A711-742A5780CBD5}" presName="connTx" presStyleLbl="parChTrans1D2" presStyleIdx="2" presStyleCnt="3"/>
      <dgm:spPr/>
    </dgm:pt>
    <dgm:pt modelId="{11B51B77-A9FF-DB45-AF71-E6DC96474A71}" type="pres">
      <dgm:prSet presAssocID="{8D2259EB-3BA2-4EFF-AA3A-A16DF0183FA5}" presName="root2" presStyleCnt="0"/>
      <dgm:spPr/>
    </dgm:pt>
    <dgm:pt modelId="{1A3AC31B-574C-9340-A6EE-BDCD6203BCFB}" type="pres">
      <dgm:prSet presAssocID="{8D2259EB-3BA2-4EFF-AA3A-A16DF0183FA5}" presName="LevelTwoTextNode" presStyleLbl="node2" presStyleIdx="2" presStyleCnt="3">
        <dgm:presLayoutVars>
          <dgm:chPref val="3"/>
        </dgm:presLayoutVars>
      </dgm:prSet>
      <dgm:spPr/>
    </dgm:pt>
    <dgm:pt modelId="{5B08EAC0-C4C3-2C4B-AA3A-DF082A4D2793}" type="pres">
      <dgm:prSet presAssocID="{8D2259EB-3BA2-4EFF-AA3A-A16DF0183FA5}" presName="level3hierChild" presStyleCnt="0"/>
      <dgm:spPr/>
    </dgm:pt>
  </dgm:ptLst>
  <dgm:cxnLst>
    <dgm:cxn modelId="{9F7DAD18-DF40-8A42-9DA2-222E6FD76784}" type="presOf" srcId="{8D2259EB-3BA2-4EFF-AA3A-A16DF0183FA5}" destId="{1A3AC31B-574C-9340-A6EE-BDCD6203BCFB}" srcOrd="0" destOrd="0" presId="urn:microsoft.com/office/officeart/2005/8/layout/hierarchy2"/>
    <dgm:cxn modelId="{7B319B1E-919E-9948-A6EB-AA5CC2C74340}" type="presOf" srcId="{1C23F4A6-F358-4F60-9318-E1B1A70F9C33}" destId="{D15A6A31-D6E5-0741-A904-C780536FC5B8}" srcOrd="0" destOrd="0" presId="urn:microsoft.com/office/officeart/2005/8/layout/hierarchy2"/>
    <dgm:cxn modelId="{9C00D834-EC84-4D4D-8F12-30726C9B6584}" srcId="{EE59FA3D-A371-4E40-A381-4A0D296BF6B8}" destId="{167BBD71-6120-4148-8015-2C36857CA344}" srcOrd="1" destOrd="0" parTransId="{79460EB9-E057-412C-B268-484538EE0120}" sibTransId="{9FFB0094-3CD3-4159-B4B7-7E6D3D71E3EE}"/>
    <dgm:cxn modelId="{F362EC36-E5ED-8847-B649-1A0D4EECFA76}" type="presOf" srcId="{167BBD71-6120-4148-8015-2C36857CA344}" destId="{A20F77C7-98DA-A046-84AC-51216CBC0838}" srcOrd="0" destOrd="0" presId="urn:microsoft.com/office/officeart/2005/8/layout/hierarchy2"/>
    <dgm:cxn modelId="{AC63F467-7BE9-034C-A32E-90404485B60C}" type="presOf" srcId="{39A1AABC-2439-4D69-B146-BFB6125C91A6}" destId="{B3D1FAD6-5605-E740-ADB6-08BA4FA4B650}" srcOrd="0" destOrd="0" presId="urn:microsoft.com/office/officeart/2005/8/layout/hierarchy2"/>
    <dgm:cxn modelId="{EB14276A-C304-4820-A753-179C7752638F}" srcId="{EE59FA3D-A371-4E40-A381-4A0D296BF6B8}" destId="{1C23F4A6-F358-4F60-9318-E1B1A70F9C33}" srcOrd="2" destOrd="0" parTransId="{555EE825-A757-477C-9B17-4DDAC26C08F9}" sibTransId="{69BCC5E8-94E8-4A47-9C32-52C5A0A7579E}"/>
    <dgm:cxn modelId="{DD16644E-D5F0-4C3B-8093-9AE0064B87E4}" srcId="{1C23F4A6-F358-4F60-9318-E1B1A70F9C33}" destId="{8CAE073E-8F09-43A5-B9C9-AC1064B7BBBF}" srcOrd="1" destOrd="0" parTransId="{491BCB02-B737-48A6-A0E5-E82A39A3D52C}" sibTransId="{483F22CE-3DF3-4D86-A8CC-F472E552095C}"/>
    <dgm:cxn modelId="{211BDB5A-9374-4BC3-8B19-8BDD87CE6BC3}" srcId="{1C23F4A6-F358-4F60-9318-E1B1A70F9C33}" destId="{39A1AABC-2439-4D69-B146-BFB6125C91A6}" srcOrd="0" destOrd="0" parTransId="{F91BC7AD-052F-4DC3-9F50-02501C5480B4}" sibTransId="{46B17CBE-B8AA-471A-A718-F68DB20A4F21}"/>
    <dgm:cxn modelId="{C4B2657C-1023-7F40-8AC3-6939DB407208}" type="presOf" srcId="{EE59FA3D-A371-4E40-A381-4A0D296BF6B8}" destId="{41453DBE-9488-7245-AE86-16EF3E0DC334}" srcOrd="0" destOrd="0" presId="urn:microsoft.com/office/officeart/2005/8/layout/hierarchy2"/>
    <dgm:cxn modelId="{A47D4581-948E-41C9-9445-88076BF1BCC2}" srcId="{EE59FA3D-A371-4E40-A381-4A0D296BF6B8}" destId="{B531136F-B2F5-424A-8ACF-3EACC162536F}" srcOrd="0" destOrd="0" parTransId="{BFC9D217-366A-492A-89B4-03F4327D649F}" sibTransId="{A4E990FF-9B6A-4CA8-A3A3-DEFC4F6AB550}"/>
    <dgm:cxn modelId="{1E91FC82-91C3-4464-9A01-157382ABF25A}" srcId="{1C23F4A6-F358-4F60-9318-E1B1A70F9C33}" destId="{8D2259EB-3BA2-4EFF-AA3A-A16DF0183FA5}" srcOrd="2" destOrd="0" parTransId="{7D16555E-92BF-4512-A711-742A5780CBD5}" sibTransId="{08B461C8-AB4F-49F8-95D1-4DB2500072D9}"/>
    <dgm:cxn modelId="{2C4A4DA9-F46B-3B4C-90B8-67DFBCA36A01}" type="presOf" srcId="{B531136F-B2F5-424A-8ACF-3EACC162536F}" destId="{242D1A79-6BC8-B043-91DF-FFE6928476D0}" srcOrd="0" destOrd="0" presId="urn:microsoft.com/office/officeart/2005/8/layout/hierarchy2"/>
    <dgm:cxn modelId="{8887BFAC-1788-B149-B584-0925DDEA0964}" type="presOf" srcId="{7D16555E-92BF-4512-A711-742A5780CBD5}" destId="{7161C114-63F8-1141-A162-47BC0061C0CD}" srcOrd="1" destOrd="0" presId="urn:microsoft.com/office/officeart/2005/8/layout/hierarchy2"/>
    <dgm:cxn modelId="{C7FBE3BF-2E11-FD40-B8A1-383C623E9D46}" type="presOf" srcId="{491BCB02-B737-48A6-A0E5-E82A39A3D52C}" destId="{B9ADC09A-7E0E-444C-AA36-30EFFAF4BD4D}" srcOrd="0" destOrd="0" presId="urn:microsoft.com/office/officeart/2005/8/layout/hierarchy2"/>
    <dgm:cxn modelId="{C3BF6BCB-1742-0E42-ABBE-63EAA0B33532}" type="presOf" srcId="{8CAE073E-8F09-43A5-B9C9-AC1064B7BBBF}" destId="{3B5B2C64-2AA2-5848-BA4B-9A95FF628C5D}" srcOrd="0" destOrd="0" presId="urn:microsoft.com/office/officeart/2005/8/layout/hierarchy2"/>
    <dgm:cxn modelId="{A1D14BD4-34E7-3145-B5E0-29DDA66E9A2E}" type="presOf" srcId="{F91BC7AD-052F-4DC3-9F50-02501C5480B4}" destId="{94C442AE-1429-3A47-974C-EF1EEB765141}" srcOrd="1" destOrd="0" presId="urn:microsoft.com/office/officeart/2005/8/layout/hierarchy2"/>
    <dgm:cxn modelId="{20BC56E7-0852-D447-98F5-F2673E2F81C4}" type="presOf" srcId="{491BCB02-B737-48A6-A0E5-E82A39A3D52C}" destId="{EDD2E031-EFD9-EC46-9999-BBC248B7DA2A}" srcOrd="1" destOrd="0" presId="urn:microsoft.com/office/officeart/2005/8/layout/hierarchy2"/>
    <dgm:cxn modelId="{081CA8EA-73AB-644F-BD79-1FE3A928BAB2}" type="presOf" srcId="{F91BC7AD-052F-4DC3-9F50-02501C5480B4}" destId="{5FD2208A-30C8-6B4F-98D2-2B6A05EAD2F8}" srcOrd="0" destOrd="0" presId="urn:microsoft.com/office/officeart/2005/8/layout/hierarchy2"/>
    <dgm:cxn modelId="{55570BF4-A5AA-564C-8540-5C7A23ACE4CC}" type="presOf" srcId="{7D16555E-92BF-4512-A711-742A5780CBD5}" destId="{B1051498-9877-4B48-802C-465E91E99207}" srcOrd="0" destOrd="0" presId="urn:microsoft.com/office/officeart/2005/8/layout/hierarchy2"/>
    <dgm:cxn modelId="{32F6171E-3B66-C241-9C16-AD3F8B341820}" type="presParOf" srcId="{41453DBE-9488-7245-AE86-16EF3E0DC334}" destId="{39BA8F77-A973-A843-8988-B94284EAE5EB}" srcOrd="0" destOrd="0" presId="urn:microsoft.com/office/officeart/2005/8/layout/hierarchy2"/>
    <dgm:cxn modelId="{FA38D5DF-134E-124C-B91A-234ED0F76D26}" type="presParOf" srcId="{39BA8F77-A973-A843-8988-B94284EAE5EB}" destId="{242D1A79-6BC8-B043-91DF-FFE6928476D0}" srcOrd="0" destOrd="0" presId="urn:microsoft.com/office/officeart/2005/8/layout/hierarchy2"/>
    <dgm:cxn modelId="{232FEC48-D0A5-9642-B89A-46B3D7AE2EAC}" type="presParOf" srcId="{39BA8F77-A973-A843-8988-B94284EAE5EB}" destId="{D3FD69D1-CB4D-2843-9441-BA96596CA594}" srcOrd="1" destOrd="0" presId="urn:microsoft.com/office/officeart/2005/8/layout/hierarchy2"/>
    <dgm:cxn modelId="{3819769F-9D0B-A24F-9BDE-961E87E2A50E}" type="presParOf" srcId="{41453DBE-9488-7245-AE86-16EF3E0DC334}" destId="{0EBD801D-4F21-6F4A-86B3-CA5142D821CE}" srcOrd="1" destOrd="0" presId="urn:microsoft.com/office/officeart/2005/8/layout/hierarchy2"/>
    <dgm:cxn modelId="{98F393C1-1424-6D47-8900-DC0075854D39}" type="presParOf" srcId="{0EBD801D-4F21-6F4A-86B3-CA5142D821CE}" destId="{A20F77C7-98DA-A046-84AC-51216CBC0838}" srcOrd="0" destOrd="0" presId="urn:microsoft.com/office/officeart/2005/8/layout/hierarchy2"/>
    <dgm:cxn modelId="{7109235C-6835-C44E-A61A-2292BBEB79CE}" type="presParOf" srcId="{0EBD801D-4F21-6F4A-86B3-CA5142D821CE}" destId="{B00C15EC-6AD0-CE48-AFE3-11E01E2F05BD}" srcOrd="1" destOrd="0" presId="urn:microsoft.com/office/officeart/2005/8/layout/hierarchy2"/>
    <dgm:cxn modelId="{07162911-C482-6847-A3FE-EA4B070A2179}" type="presParOf" srcId="{41453DBE-9488-7245-AE86-16EF3E0DC334}" destId="{409FEAFD-F1E7-D74D-A8CF-CBED31D63F05}" srcOrd="2" destOrd="0" presId="urn:microsoft.com/office/officeart/2005/8/layout/hierarchy2"/>
    <dgm:cxn modelId="{4E84407B-0A65-4D45-A83A-7A28AB0DD5B6}" type="presParOf" srcId="{409FEAFD-F1E7-D74D-A8CF-CBED31D63F05}" destId="{D15A6A31-D6E5-0741-A904-C780536FC5B8}" srcOrd="0" destOrd="0" presId="urn:microsoft.com/office/officeart/2005/8/layout/hierarchy2"/>
    <dgm:cxn modelId="{94B93CCF-DF3B-C14D-924F-0B30D83440DD}" type="presParOf" srcId="{409FEAFD-F1E7-D74D-A8CF-CBED31D63F05}" destId="{9CF45F97-FC08-FE46-998F-A953AEAB3671}" srcOrd="1" destOrd="0" presId="urn:microsoft.com/office/officeart/2005/8/layout/hierarchy2"/>
    <dgm:cxn modelId="{18AE47E9-B090-A649-ACD4-A401172F9778}" type="presParOf" srcId="{9CF45F97-FC08-FE46-998F-A953AEAB3671}" destId="{5FD2208A-30C8-6B4F-98D2-2B6A05EAD2F8}" srcOrd="0" destOrd="0" presId="urn:microsoft.com/office/officeart/2005/8/layout/hierarchy2"/>
    <dgm:cxn modelId="{2B8BB789-AE51-CA42-9DD2-D11470F244F9}" type="presParOf" srcId="{5FD2208A-30C8-6B4F-98D2-2B6A05EAD2F8}" destId="{94C442AE-1429-3A47-974C-EF1EEB765141}" srcOrd="0" destOrd="0" presId="urn:microsoft.com/office/officeart/2005/8/layout/hierarchy2"/>
    <dgm:cxn modelId="{65187E07-2ED6-714A-B434-3840FBF1FBFA}" type="presParOf" srcId="{9CF45F97-FC08-FE46-998F-A953AEAB3671}" destId="{31EB315D-E32B-2F4F-B411-02F63D5D4C9D}" srcOrd="1" destOrd="0" presId="urn:microsoft.com/office/officeart/2005/8/layout/hierarchy2"/>
    <dgm:cxn modelId="{EECCF35A-417F-F24D-AD98-0F719526220B}" type="presParOf" srcId="{31EB315D-E32B-2F4F-B411-02F63D5D4C9D}" destId="{B3D1FAD6-5605-E740-ADB6-08BA4FA4B650}" srcOrd="0" destOrd="0" presId="urn:microsoft.com/office/officeart/2005/8/layout/hierarchy2"/>
    <dgm:cxn modelId="{8232CDD1-7C5F-F248-BF85-76A6D32C8365}" type="presParOf" srcId="{31EB315D-E32B-2F4F-B411-02F63D5D4C9D}" destId="{2CCF0085-C8E4-574B-B652-4CDE38963FB2}" srcOrd="1" destOrd="0" presId="urn:microsoft.com/office/officeart/2005/8/layout/hierarchy2"/>
    <dgm:cxn modelId="{465C1507-A03E-5849-B178-85425D8B3016}" type="presParOf" srcId="{9CF45F97-FC08-FE46-998F-A953AEAB3671}" destId="{B9ADC09A-7E0E-444C-AA36-30EFFAF4BD4D}" srcOrd="2" destOrd="0" presId="urn:microsoft.com/office/officeart/2005/8/layout/hierarchy2"/>
    <dgm:cxn modelId="{D50EF2C2-8401-7D44-98E7-75EAB99C99B3}" type="presParOf" srcId="{B9ADC09A-7E0E-444C-AA36-30EFFAF4BD4D}" destId="{EDD2E031-EFD9-EC46-9999-BBC248B7DA2A}" srcOrd="0" destOrd="0" presId="urn:microsoft.com/office/officeart/2005/8/layout/hierarchy2"/>
    <dgm:cxn modelId="{7BE55097-E206-EC42-BDE6-5A47C7DCAED2}" type="presParOf" srcId="{9CF45F97-FC08-FE46-998F-A953AEAB3671}" destId="{851F7101-517E-3D4B-980B-69E21190434F}" srcOrd="3" destOrd="0" presId="urn:microsoft.com/office/officeart/2005/8/layout/hierarchy2"/>
    <dgm:cxn modelId="{0DE2004A-5817-4A4C-A6A3-A43916979F02}" type="presParOf" srcId="{851F7101-517E-3D4B-980B-69E21190434F}" destId="{3B5B2C64-2AA2-5848-BA4B-9A95FF628C5D}" srcOrd="0" destOrd="0" presId="urn:microsoft.com/office/officeart/2005/8/layout/hierarchy2"/>
    <dgm:cxn modelId="{D38F8F31-E8E0-AD4B-99DE-C5C32775CAB2}" type="presParOf" srcId="{851F7101-517E-3D4B-980B-69E21190434F}" destId="{DA384AE7-0345-BD49-B377-18654AA8C470}" srcOrd="1" destOrd="0" presId="urn:microsoft.com/office/officeart/2005/8/layout/hierarchy2"/>
    <dgm:cxn modelId="{5E3BEC97-4FEB-A147-88F5-BC4A45CE7FAC}" type="presParOf" srcId="{9CF45F97-FC08-FE46-998F-A953AEAB3671}" destId="{B1051498-9877-4B48-802C-465E91E99207}" srcOrd="4" destOrd="0" presId="urn:microsoft.com/office/officeart/2005/8/layout/hierarchy2"/>
    <dgm:cxn modelId="{87E04CCC-DFCE-8D4F-A697-A87049EB74BF}" type="presParOf" srcId="{B1051498-9877-4B48-802C-465E91E99207}" destId="{7161C114-63F8-1141-A162-47BC0061C0CD}" srcOrd="0" destOrd="0" presId="urn:microsoft.com/office/officeart/2005/8/layout/hierarchy2"/>
    <dgm:cxn modelId="{5B34393F-7156-C64C-8802-0D0CC092E672}" type="presParOf" srcId="{9CF45F97-FC08-FE46-998F-A953AEAB3671}" destId="{11B51B77-A9FF-DB45-AF71-E6DC96474A71}" srcOrd="5" destOrd="0" presId="urn:microsoft.com/office/officeart/2005/8/layout/hierarchy2"/>
    <dgm:cxn modelId="{AEFF2B97-A0CD-144B-A1CB-2E5C7F751698}" type="presParOf" srcId="{11B51B77-A9FF-DB45-AF71-E6DC96474A71}" destId="{1A3AC31B-574C-9340-A6EE-BDCD6203BCFB}" srcOrd="0" destOrd="0" presId="urn:microsoft.com/office/officeart/2005/8/layout/hierarchy2"/>
    <dgm:cxn modelId="{C0066D91-B2C4-E141-8274-8F2FC27307DD}" type="presParOf" srcId="{11B51B77-A9FF-DB45-AF71-E6DC96474A71}" destId="{5B08EAC0-C4C3-2C4B-AA3A-DF082A4D279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8C25D1-1579-414D-AF46-AFC59BCE4CC9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1534C0E-798B-4677-A244-3AEDC3932C71}">
      <dgm:prSet/>
      <dgm:spPr/>
      <dgm:t>
        <a:bodyPr/>
        <a:lstStyle/>
        <a:p>
          <a:r>
            <a:rPr lang="en-US" b="1"/>
            <a:t>Data Ingestion:</a:t>
          </a:r>
          <a:endParaRPr lang="en-US"/>
        </a:p>
      </dgm:t>
    </dgm:pt>
    <dgm:pt modelId="{75E7397C-606B-4E22-BF96-C1A737037B1E}" type="parTrans" cxnId="{A8439A7D-086A-4690-B6AC-D8C643E8564A}">
      <dgm:prSet/>
      <dgm:spPr/>
      <dgm:t>
        <a:bodyPr/>
        <a:lstStyle/>
        <a:p>
          <a:endParaRPr lang="en-US"/>
        </a:p>
      </dgm:t>
    </dgm:pt>
    <dgm:pt modelId="{B9050449-F9E1-4A21-86E3-DCF0835D3310}" type="sibTrans" cxnId="{A8439A7D-086A-4690-B6AC-D8C643E8564A}">
      <dgm:prSet/>
      <dgm:spPr/>
      <dgm:t>
        <a:bodyPr/>
        <a:lstStyle/>
        <a:p>
          <a:endParaRPr lang="en-US"/>
        </a:p>
      </dgm:t>
    </dgm:pt>
    <dgm:pt modelId="{FCACCF04-3E4E-4A6B-AD93-6FDFF8B57243}">
      <dgm:prSet/>
      <dgm:spPr/>
      <dgm:t>
        <a:bodyPr/>
        <a:lstStyle/>
        <a:p>
          <a:r>
            <a:rPr lang="en-US"/>
            <a:t>TMDB API feeds live reviews into </a:t>
          </a:r>
          <a:r>
            <a:rPr lang="en-US" b="1"/>
            <a:t>Apache Kafka</a:t>
          </a:r>
          <a:r>
            <a:rPr lang="en-US"/>
            <a:t>.</a:t>
          </a:r>
        </a:p>
      </dgm:t>
    </dgm:pt>
    <dgm:pt modelId="{1634181D-8AD6-4FD5-9742-3554085821C9}" type="parTrans" cxnId="{AEA8D2C8-6C05-40FC-A616-BD58AD23B043}">
      <dgm:prSet/>
      <dgm:spPr/>
      <dgm:t>
        <a:bodyPr/>
        <a:lstStyle/>
        <a:p>
          <a:endParaRPr lang="en-US"/>
        </a:p>
      </dgm:t>
    </dgm:pt>
    <dgm:pt modelId="{CEA6CE10-C518-47E9-939E-5465CFCEBAB1}" type="sibTrans" cxnId="{AEA8D2C8-6C05-40FC-A616-BD58AD23B043}">
      <dgm:prSet/>
      <dgm:spPr/>
      <dgm:t>
        <a:bodyPr/>
        <a:lstStyle/>
        <a:p>
          <a:endParaRPr lang="en-US"/>
        </a:p>
      </dgm:t>
    </dgm:pt>
    <dgm:pt modelId="{0C451074-B0BA-473A-ADCE-222FD975D489}">
      <dgm:prSet/>
      <dgm:spPr/>
      <dgm:t>
        <a:bodyPr/>
        <a:lstStyle/>
        <a:p>
          <a:r>
            <a:rPr lang="en-US"/>
            <a:t>Kafka buffers and streams data continuously.</a:t>
          </a:r>
        </a:p>
      </dgm:t>
    </dgm:pt>
    <dgm:pt modelId="{182CCDDF-B42C-4F2D-9064-E35956A044E4}" type="parTrans" cxnId="{C56A1471-48D5-4ADA-B551-9379C408182B}">
      <dgm:prSet/>
      <dgm:spPr/>
      <dgm:t>
        <a:bodyPr/>
        <a:lstStyle/>
        <a:p>
          <a:endParaRPr lang="en-US"/>
        </a:p>
      </dgm:t>
    </dgm:pt>
    <dgm:pt modelId="{D2502E5F-E3A3-47A7-B177-A81044586D33}" type="sibTrans" cxnId="{C56A1471-48D5-4ADA-B551-9379C408182B}">
      <dgm:prSet/>
      <dgm:spPr/>
      <dgm:t>
        <a:bodyPr/>
        <a:lstStyle/>
        <a:p>
          <a:endParaRPr lang="en-US"/>
        </a:p>
      </dgm:t>
    </dgm:pt>
    <dgm:pt modelId="{96C0787D-4DAD-4CDD-9F6D-F80FB01A9061}">
      <dgm:prSet/>
      <dgm:spPr/>
      <dgm:t>
        <a:bodyPr/>
        <a:lstStyle/>
        <a:p>
          <a:r>
            <a:rPr lang="en-US" b="1"/>
            <a:t>Processing &amp; Embeddings:</a:t>
          </a:r>
          <a:endParaRPr lang="en-US"/>
        </a:p>
      </dgm:t>
    </dgm:pt>
    <dgm:pt modelId="{3C268263-B5D7-404A-B476-4CCF6F2F929B}" type="parTrans" cxnId="{7CFB397D-FCD3-443B-B678-C4461CE0BA85}">
      <dgm:prSet/>
      <dgm:spPr/>
      <dgm:t>
        <a:bodyPr/>
        <a:lstStyle/>
        <a:p>
          <a:endParaRPr lang="en-US"/>
        </a:p>
      </dgm:t>
    </dgm:pt>
    <dgm:pt modelId="{1EC766FA-01A9-4EFA-958D-9CE8670851EE}" type="sibTrans" cxnId="{7CFB397D-FCD3-443B-B678-C4461CE0BA85}">
      <dgm:prSet/>
      <dgm:spPr/>
      <dgm:t>
        <a:bodyPr/>
        <a:lstStyle/>
        <a:p>
          <a:endParaRPr lang="en-US"/>
        </a:p>
      </dgm:t>
    </dgm:pt>
    <dgm:pt modelId="{8048293F-D068-45B7-9F99-D85AF6C088CC}">
      <dgm:prSet/>
      <dgm:spPr/>
      <dgm:t>
        <a:bodyPr/>
        <a:lstStyle/>
        <a:p>
          <a:r>
            <a:rPr lang="en-US"/>
            <a:t>Reviews cleaned and tokenized.</a:t>
          </a:r>
        </a:p>
      </dgm:t>
    </dgm:pt>
    <dgm:pt modelId="{87BD2884-2BB8-4B1C-8402-C204A0AAC551}" type="parTrans" cxnId="{2668A914-F57B-412B-9979-7B159A33EFD3}">
      <dgm:prSet/>
      <dgm:spPr/>
      <dgm:t>
        <a:bodyPr/>
        <a:lstStyle/>
        <a:p>
          <a:endParaRPr lang="en-US"/>
        </a:p>
      </dgm:t>
    </dgm:pt>
    <dgm:pt modelId="{470BA4AC-3BAA-41A1-8A28-601100BDEB2B}" type="sibTrans" cxnId="{2668A914-F57B-412B-9979-7B159A33EFD3}">
      <dgm:prSet/>
      <dgm:spPr/>
      <dgm:t>
        <a:bodyPr/>
        <a:lstStyle/>
        <a:p>
          <a:endParaRPr lang="en-US"/>
        </a:p>
      </dgm:t>
    </dgm:pt>
    <dgm:pt modelId="{17F68FF7-8CF8-470B-A1F2-A11C5DB9B636}">
      <dgm:prSet/>
      <dgm:spPr/>
      <dgm:t>
        <a:bodyPr/>
        <a:lstStyle/>
        <a:p>
          <a:r>
            <a:rPr lang="en-US"/>
            <a:t>Converted into </a:t>
          </a:r>
          <a:r>
            <a:rPr lang="en-US" b="1"/>
            <a:t>numerical embeddings</a:t>
          </a:r>
          <a:r>
            <a:rPr lang="en-US"/>
            <a:t> for semantic search.</a:t>
          </a:r>
        </a:p>
      </dgm:t>
    </dgm:pt>
    <dgm:pt modelId="{9B52C0A5-034B-43CE-9962-3346865596ED}" type="parTrans" cxnId="{7DE2BE16-43BE-4085-8029-5EF6E1CE8E69}">
      <dgm:prSet/>
      <dgm:spPr/>
      <dgm:t>
        <a:bodyPr/>
        <a:lstStyle/>
        <a:p>
          <a:endParaRPr lang="en-US"/>
        </a:p>
      </dgm:t>
    </dgm:pt>
    <dgm:pt modelId="{08C32750-EAFD-4313-AC20-B1153DFBA1C2}" type="sibTrans" cxnId="{7DE2BE16-43BE-4085-8029-5EF6E1CE8E69}">
      <dgm:prSet/>
      <dgm:spPr/>
      <dgm:t>
        <a:bodyPr/>
        <a:lstStyle/>
        <a:p>
          <a:endParaRPr lang="en-US"/>
        </a:p>
      </dgm:t>
    </dgm:pt>
    <dgm:pt modelId="{52150729-53CF-44EF-B42C-881A91E1DCAC}">
      <dgm:prSet/>
      <dgm:spPr/>
      <dgm:t>
        <a:bodyPr/>
        <a:lstStyle/>
        <a:p>
          <a:r>
            <a:rPr lang="en-US" b="1"/>
            <a:t>Vector Database:</a:t>
          </a:r>
          <a:endParaRPr lang="en-US"/>
        </a:p>
      </dgm:t>
    </dgm:pt>
    <dgm:pt modelId="{A9D8D8C7-D933-4F3D-B49B-DD6C758E5191}" type="parTrans" cxnId="{6B447DAF-147F-4914-A98F-2E05D1377204}">
      <dgm:prSet/>
      <dgm:spPr/>
      <dgm:t>
        <a:bodyPr/>
        <a:lstStyle/>
        <a:p>
          <a:endParaRPr lang="en-US"/>
        </a:p>
      </dgm:t>
    </dgm:pt>
    <dgm:pt modelId="{A8C589DD-B23E-4AC7-92C0-D31F449B4BB4}" type="sibTrans" cxnId="{6B447DAF-147F-4914-A98F-2E05D1377204}">
      <dgm:prSet/>
      <dgm:spPr/>
      <dgm:t>
        <a:bodyPr/>
        <a:lstStyle/>
        <a:p>
          <a:endParaRPr lang="en-US"/>
        </a:p>
      </dgm:t>
    </dgm:pt>
    <dgm:pt modelId="{DA5EF0EB-FF36-4834-8446-F0348E59CDE4}">
      <dgm:prSet/>
      <dgm:spPr/>
      <dgm:t>
        <a:bodyPr/>
        <a:lstStyle/>
        <a:p>
          <a:r>
            <a:rPr lang="en-US"/>
            <a:t>Embeddings stored for </a:t>
          </a:r>
          <a:r>
            <a:rPr lang="en-US" b="1"/>
            <a:t>fast similarity retrieval</a:t>
          </a:r>
          <a:r>
            <a:rPr lang="en-US"/>
            <a:t>.</a:t>
          </a:r>
        </a:p>
      </dgm:t>
    </dgm:pt>
    <dgm:pt modelId="{56BBBEE8-F348-4724-8A72-AD63842F950E}" type="parTrans" cxnId="{40C1F74F-0EF2-42E2-A865-9C7CEF36F125}">
      <dgm:prSet/>
      <dgm:spPr/>
      <dgm:t>
        <a:bodyPr/>
        <a:lstStyle/>
        <a:p>
          <a:endParaRPr lang="en-US"/>
        </a:p>
      </dgm:t>
    </dgm:pt>
    <dgm:pt modelId="{B69624E3-AB89-4C52-AA9C-473B207A2360}" type="sibTrans" cxnId="{40C1F74F-0EF2-42E2-A865-9C7CEF36F125}">
      <dgm:prSet/>
      <dgm:spPr/>
      <dgm:t>
        <a:bodyPr/>
        <a:lstStyle/>
        <a:p>
          <a:endParaRPr lang="en-US"/>
        </a:p>
      </dgm:t>
    </dgm:pt>
    <dgm:pt modelId="{3351D47E-1CC4-4655-80C9-F7164C3CB4AE}">
      <dgm:prSet/>
      <dgm:spPr/>
      <dgm:t>
        <a:bodyPr/>
        <a:lstStyle/>
        <a:p>
          <a:r>
            <a:rPr lang="en-US"/>
            <a:t>Continuously updated to keep reviews </a:t>
          </a:r>
          <a:r>
            <a:rPr lang="en-US" b="1"/>
            <a:t>fresh</a:t>
          </a:r>
          <a:r>
            <a:rPr lang="en-US"/>
            <a:t>.</a:t>
          </a:r>
        </a:p>
      </dgm:t>
    </dgm:pt>
    <dgm:pt modelId="{69A556F5-8B01-4DBA-96A0-0503F94128DC}" type="parTrans" cxnId="{293375CA-BC01-4792-92E0-23A318BEC0DE}">
      <dgm:prSet/>
      <dgm:spPr/>
      <dgm:t>
        <a:bodyPr/>
        <a:lstStyle/>
        <a:p>
          <a:endParaRPr lang="en-US"/>
        </a:p>
      </dgm:t>
    </dgm:pt>
    <dgm:pt modelId="{7AF8167C-6701-447E-B9A8-8239E123A96F}" type="sibTrans" cxnId="{293375CA-BC01-4792-92E0-23A318BEC0DE}">
      <dgm:prSet/>
      <dgm:spPr/>
      <dgm:t>
        <a:bodyPr/>
        <a:lstStyle/>
        <a:p>
          <a:endParaRPr lang="en-US"/>
        </a:p>
      </dgm:t>
    </dgm:pt>
    <dgm:pt modelId="{C310B564-776C-476A-AB2A-AD2A1397A069}">
      <dgm:prSet/>
      <dgm:spPr/>
      <dgm:t>
        <a:bodyPr/>
        <a:lstStyle/>
        <a:p>
          <a:r>
            <a:rPr lang="en-US" b="1"/>
            <a:t>RAG Query &amp; Generation:</a:t>
          </a:r>
          <a:endParaRPr lang="en-US"/>
        </a:p>
      </dgm:t>
    </dgm:pt>
    <dgm:pt modelId="{A0645225-700C-435B-B633-962E2EB328AA}" type="parTrans" cxnId="{D4B3DF6A-58B7-4AB5-B037-97ED1799D2F1}">
      <dgm:prSet/>
      <dgm:spPr/>
      <dgm:t>
        <a:bodyPr/>
        <a:lstStyle/>
        <a:p>
          <a:endParaRPr lang="en-US"/>
        </a:p>
      </dgm:t>
    </dgm:pt>
    <dgm:pt modelId="{E12E8AC0-20DF-45BA-B91E-9EA1C1E5200F}" type="sibTrans" cxnId="{D4B3DF6A-58B7-4AB5-B037-97ED1799D2F1}">
      <dgm:prSet/>
      <dgm:spPr/>
      <dgm:t>
        <a:bodyPr/>
        <a:lstStyle/>
        <a:p>
          <a:endParaRPr lang="en-US"/>
        </a:p>
      </dgm:t>
    </dgm:pt>
    <dgm:pt modelId="{056B59F7-BF98-43E7-92B6-960B1A2D0514}">
      <dgm:prSet/>
      <dgm:spPr/>
      <dgm:t>
        <a:bodyPr/>
        <a:lstStyle/>
        <a:p>
          <a:r>
            <a:rPr lang="en-US"/>
            <a:t>Retrieves </a:t>
          </a:r>
          <a:r>
            <a:rPr lang="en-US" b="1"/>
            <a:t>relevant reviews</a:t>
          </a:r>
          <a:r>
            <a:rPr lang="en-US"/>
            <a:t> from vector DB.</a:t>
          </a:r>
        </a:p>
      </dgm:t>
    </dgm:pt>
    <dgm:pt modelId="{F757A314-A783-4BF2-8192-006DAA08A117}" type="parTrans" cxnId="{CA807770-6E1A-497D-85B6-A0CB0C158CFA}">
      <dgm:prSet/>
      <dgm:spPr/>
      <dgm:t>
        <a:bodyPr/>
        <a:lstStyle/>
        <a:p>
          <a:endParaRPr lang="en-US"/>
        </a:p>
      </dgm:t>
    </dgm:pt>
    <dgm:pt modelId="{CC7DFCDF-8ABE-4A47-A82D-C36E2DDB6839}" type="sibTrans" cxnId="{CA807770-6E1A-497D-85B6-A0CB0C158CFA}">
      <dgm:prSet/>
      <dgm:spPr/>
      <dgm:t>
        <a:bodyPr/>
        <a:lstStyle/>
        <a:p>
          <a:endParaRPr lang="en-US"/>
        </a:p>
      </dgm:t>
    </dgm:pt>
    <dgm:pt modelId="{7CB0C4F3-98B7-4AED-8FFE-D9EB9834EB0F}">
      <dgm:prSet/>
      <dgm:spPr/>
      <dgm:t>
        <a:bodyPr/>
        <a:lstStyle/>
        <a:p>
          <a:r>
            <a:rPr lang="en-US"/>
            <a:t>Generates </a:t>
          </a:r>
          <a:r>
            <a:rPr lang="en-US" b="1"/>
            <a:t>up-to-date summaries.</a:t>
          </a:r>
          <a:endParaRPr lang="en-US"/>
        </a:p>
      </dgm:t>
    </dgm:pt>
    <dgm:pt modelId="{1290F4FC-9A0E-47EF-BAA3-26BAF458F837}" type="parTrans" cxnId="{3F261250-5857-4E71-BD83-873F543E77A8}">
      <dgm:prSet/>
      <dgm:spPr/>
      <dgm:t>
        <a:bodyPr/>
        <a:lstStyle/>
        <a:p>
          <a:endParaRPr lang="en-US"/>
        </a:p>
      </dgm:t>
    </dgm:pt>
    <dgm:pt modelId="{F87C2899-CDFE-4444-8DC0-96E115AD6FE4}" type="sibTrans" cxnId="{3F261250-5857-4E71-BD83-873F543E77A8}">
      <dgm:prSet/>
      <dgm:spPr/>
      <dgm:t>
        <a:bodyPr/>
        <a:lstStyle/>
        <a:p>
          <a:endParaRPr lang="en-US"/>
        </a:p>
      </dgm:t>
    </dgm:pt>
    <dgm:pt modelId="{22AC4B36-CFC5-D943-AA64-B0B2C2451B00}" type="pres">
      <dgm:prSet presAssocID="{1B8C25D1-1579-414D-AF46-AFC59BCE4CC9}" presName="Name0" presStyleCnt="0">
        <dgm:presLayoutVars>
          <dgm:dir/>
          <dgm:animLvl val="lvl"/>
          <dgm:resizeHandles val="exact"/>
        </dgm:presLayoutVars>
      </dgm:prSet>
      <dgm:spPr/>
    </dgm:pt>
    <dgm:pt modelId="{B1411DB5-8DCB-DC4A-B2B9-4F820CE0A08C}" type="pres">
      <dgm:prSet presAssocID="{81534C0E-798B-4677-A244-3AEDC3932C71}" presName="linNode" presStyleCnt="0"/>
      <dgm:spPr/>
    </dgm:pt>
    <dgm:pt modelId="{0CB7BEC7-3DBD-6240-B292-5D7AAF5722F2}" type="pres">
      <dgm:prSet presAssocID="{81534C0E-798B-4677-A244-3AEDC3932C71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50BE790-8DE7-F343-BF71-BC2DB53BE075}" type="pres">
      <dgm:prSet presAssocID="{81534C0E-798B-4677-A244-3AEDC3932C71}" presName="descendantText" presStyleLbl="alignAccFollowNode1" presStyleIdx="0" presStyleCnt="4">
        <dgm:presLayoutVars>
          <dgm:bulletEnabled val="1"/>
        </dgm:presLayoutVars>
      </dgm:prSet>
      <dgm:spPr/>
    </dgm:pt>
    <dgm:pt modelId="{2D875F7D-CDF5-D043-A31B-16A5621C75D6}" type="pres">
      <dgm:prSet presAssocID="{B9050449-F9E1-4A21-86E3-DCF0835D3310}" presName="sp" presStyleCnt="0"/>
      <dgm:spPr/>
    </dgm:pt>
    <dgm:pt modelId="{E901F50A-1DE6-FE40-8996-47769B390B46}" type="pres">
      <dgm:prSet presAssocID="{96C0787D-4DAD-4CDD-9F6D-F80FB01A9061}" presName="linNode" presStyleCnt="0"/>
      <dgm:spPr/>
    </dgm:pt>
    <dgm:pt modelId="{A1AD81EA-9AB5-7940-AD29-994C2C9458FE}" type="pres">
      <dgm:prSet presAssocID="{96C0787D-4DAD-4CDD-9F6D-F80FB01A9061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812DE86-7581-4943-BA7C-AD1F465CB366}" type="pres">
      <dgm:prSet presAssocID="{96C0787D-4DAD-4CDD-9F6D-F80FB01A9061}" presName="descendantText" presStyleLbl="alignAccFollowNode1" presStyleIdx="1" presStyleCnt="4">
        <dgm:presLayoutVars>
          <dgm:bulletEnabled val="1"/>
        </dgm:presLayoutVars>
      </dgm:prSet>
      <dgm:spPr/>
    </dgm:pt>
    <dgm:pt modelId="{E84B5DD7-B3BC-4442-A15F-E0E54E2DFAB8}" type="pres">
      <dgm:prSet presAssocID="{1EC766FA-01A9-4EFA-958D-9CE8670851EE}" presName="sp" presStyleCnt="0"/>
      <dgm:spPr/>
    </dgm:pt>
    <dgm:pt modelId="{1921D476-C9AE-604B-B718-F8D267C4C4C6}" type="pres">
      <dgm:prSet presAssocID="{52150729-53CF-44EF-B42C-881A91E1DCAC}" presName="linNode" presStyleCnt="0"/>
      <dgm:spPr/>
    </dgm:pt>
    <dgm:pt modelId="{7A83908B-F14A-4C40-8897-419A69265E22}" type="pres">
      <dgm:prSet presAssocID="{52150729-53CF-44EF-B42C-881A91E1DCA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41C2DB6B-961A-7D41-A78E-BB5FFF6FD7A7}" type="pres">
      <dgm:prSet presAssocID="{52150729-53CF-44EF-B42C-881A91E1DCAC}" presName="descendantText" presStyleLbl="alignAccFollowNode1" presStyleIdx="2" presStyleCnt="4">
        <dgm:presLayoutVars>
          <dgm:bulletEnabled val="1"/>
        </dgm:presLayoutVars>
      </dgm:prSet>
      <dgm:spPr/>
    </dgm:pt>
    <dgm:pt modelId="{1771C65E-04EF-0E4C-A204-C70C1820AEAE}" type="pres">
      <dgm:prSet presAssocID="{A8C589DD-B23E-4AC7-92C0-D31F449B4BB4}" presName="sp" presStyleCnt="0"/>
      <dgm:spPr/>
    </dgm:pt>
    <dgm:pt modelId="{53BC4359-2C8D-734E-9868-9DCC9603A26D}" type="pres">
      <dgm:prSet presAssocID="{C310B564-776C-476A-AB2A-AD2A1397A069}" presName="linNode" presStyleCnt="0"/>
      <dgm:spPr/>
    </dgm:pt>
    <dgm:pt modelId="{46A560E1-696A-A344-B180-B17E5B571F78}" type="pres">
      <dgm:prSet presAssocID="{C310B564-776C-476A-AB2A-AD2A1397A069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363FD67E-CE28-E442-8127-09998A48F6F7}" type="pres">
      <dgm:prSet presAssocID="{C310B564-776C-476A-AB2A-AD2A1397A069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2668A914-F57B-412B-9979-7B159A33EFD3}" srcId="{96C0787D-4DAD-4CDD-9F6D-F80FB01A9061}" destId="{8048293F-D068-45B7-9F99-D85AF6C088CC}" srcOrd="0" destOrd="0" parTransId="{87BD2884-2BB8-4B1C-8402-C204A0AAC551}" sibTransId="{470BA4AC-3BAA-41A1-8A28-601100BDEB2B}"/>
    <dgm:cxn modelId="{7DE2BE16-43BE-4085-8029-5EF6E1CE8E69}" srcId="{96C0787D-4DAD-4CDD-9F6D-F80FB01A9061}" destId="{17F68FF7-8CF8-470B-A1F2-A11C5DB9B636}" srcOrd="1" destOrd="0" parTransId="{9B52C0A5-034B-43CE-9962-3346865596ED}" sibTransId="{08C32750-EAFD-4313-AC20-B1153DFBA1C2}"/>
    <dgm:cxn modelId="{3F59C21A-D6DD-7749-99F4-0707AC1E6C6F}" type="presOf" srcId="{1B8C25D1-1579-414D-AF46-AFC59BCE4CC9}" destId="{22AC4B36-CFC5-D943-AA64-B0B2C2451B00}" srcOrd="0" destOrd="0" presId="urn:microsoft.com/office/officeart/2005/8/layout/vList5"/>
    <dgm:cxn modelId="{71D1712E-C72D-3046-BF0B-2E3F676522DE}" type="presOf" srcId="{17F68FF7-8CF8-470B-A1F2-A11C5DB9B636}" destId="{A812DE86-7581-4943-BA7C-AD1F465CB366}" srcOrd="0" destOrd="1" presId="urn:microsoft.com/office/officeart/2005/8/layout/vList5"/>
    <dgm:cxn modelId="{292DF83C-1EB2-064A-8498-7F7D94588945}" type="presOf" srcId="{DA5EF0EB-FF36-4834-8446-F0348E59CDE4}" destId="{41C2DB6B-961A-7D41-A78E-BB5FFF6FD7A7}" srcOrd="0" destOrd="0" presId="urn:microsoft.com/office/officeart/2005/8/layout/vList5"/>
    <dgm:cxn modelId="{9661A761-3189-C34D-A6EC-5063106150AC}" type="presOf" srcId="{7CB0C4F3-98B7-4AED-8FFE-D9EB9834EB0F}" destId="{363FD67E-CE28-E442-8127-09998A48F6F7}" srcOrd="0" destOrd="1" presId="urn:microsoft.com/office/officeart/2005/8/layout/vList5"/>
    <dgm:cxn modelId="{D4B3DF6A-58B7-4AB5-B037-97ED1799D2F1}" srcId="{1B8C25D1-1579-414D-AF46-AFC59BCE4CC9}" destId="{C310B564-776C-476A-AB2A-AD2A1397A069}" srcOrd="3" destOrd="0" parTransId="{A0645225-700C-435B-B633-962E2EB328AA}" sibTransId="{E12E8AC0-20DF-45BA-B91E-9EA1C1E5200F}"/>
    <dgm:cxn modelId="{40E9F76B-19BD-DF42-929B-585D32707D1B}" type="presOf" srcId="{8048293F-D068-45B7-9F99-D85AF6C088CC}" destId="{A812DE86-7581-4943-BA7C-AD1F465CB366}" srcOrd="0" destOrd="0" presId="urn:microsoft.com/office/officeart/2005/8/layout/vList5"/>
    <dgm:cxn modelId="{DF3E4F6C-E1C3-414F-893F-56FEA1CF6520}" type="presOf" srcId="{52150729-53CF-44EF-B42C-881A91E1DCAC}" destId="{7A83908B-F14A-4C40-8897-419A69265E22}" srcOrd="0" destOrd="0" presId="urn:microsoft.com/office/officeart/2005/8/layout/vList5"/>
    <dgm:cxn modelId="{40C1F74F-0EF2-42E2-A865-9C7CEF36F125}" srcId="{52150729-53CF-44EF-B42C-881A91E1DCAC}" destId="{DA5EF0EB-FF36-4834-8446-F0348E59CDE4}" srcOrd="0" destOrd="0" parTransId="{56BBBEE8-F348-4724-8A72-AD63842F950E}" sibTransId="{B69624E3-AB89-4C52-AA9C-473B207A2360}"/>
    <dgm:cxn modelId="{3F261250-5857-4E71-BD83-873F543E77A8}" srcId="{C310B564-776C-476A-AB2A-AD2A1397A069}" destId="{7CB0C4F3-98B7-4AED-8FFE-D9EB9834EB0F}" srcOrd="1" destOrd="0" parTransId="{1290F4FC-9A0E-47EF-BAA3-26BAF458F837}" sibTransId="{F87C2899-CDFE-4444-8DC0-96E115AD6FE4}"/>
    <dgm:cxn modelId="{CA807770-6E1A-497D-85B6-A0CB0C158CFA}" srcId="{C310B564-776C-476A-AB2A-AD2A1397A069}" destId="{056B59F7-BF98-43E7-92B6-960B1A2D0514}" srcOrd="0" destOrd="0" parTransId="{F757A314-A783-4BF2-8192-006DAA08A117}" sibTransId="{CC7DFCDF-8ABE-4A47-A82D-C36E2DDB6839}"/>
    <dgm:cxn modelId="{C56A1471-48D5-4ADA-B551-9379C408182B}" srcId="{81534C0E-798B-4677-A244-3AEDC3932C71}" destId="{0C451074-B0BA-473A-ADCE-222FD975D489}" srcOrd="1" destOrd="0" parTransId="{182CCDDF-B42C-4F2D-9064-E35956A044E4}" sibTransId="{D2502E5F-E3A3-47A7-B177-A81044586D33}"/>
    <dgm:cxn modelId="{7CFB397D-FCD3-443B-B678-C4461CE0BA85}" srcId="{1B8C25D1-1579-414D-AF46-AFC59BCE4CC9}" destId="{96C0787D-4DAD-4CDD-9F6D-F80FB01A9061}" srcOrd="1" destOrd="0" parTransId="{3C268263-B5D7-404A-B476-4CCF6F2F929B}" sibTransId="{1EC766FA-01A9-4EFA-958D-9CE8670851EE}"/>
    <dgm:cxn modelId="{A8439A7D-086A-4690-B6AC-D8C643E8564A}" srcId="{1B8C25D1-1579-414D-AF46-AFC59BCE4CC9}" destId="{81534C0E-798B-4677-A244-3AEDC3932C71}" srcOrd="0" destOrd="0" parTransId="{75E7397C-606B-4E22-BF96-C1A737037B1E}" sibTransId="{B9050449-F9E1-4A21-86E3-DCF0835D3310}"/>
    <dgm:cxn modelId="{75C46193-5309-BA42-AAB0-30FF34BAA1DD}" type="presOf" srcId="{C310B564-776C-476A-AB2A-AD2A1397A069}" destId="{46A560E1-696A-A344-B180-B17E5B571F78}" srcOrd="0" destOrd="0" presId="urn:microsoft.com/office/officeart/2005/8/layout/vList5"/>
    <dgm:cxn modelId="{E888A893-A38D-CB40-931E-2508F215D6CA}" type="presOf" srcId="{96C0787D-4DAD-4CDD-9F6D-F80FB01A9061}" destId="{A1AD81EA-9AB5-7940-AD29-994C2C9458FE}" srcOrd="0" destOrd="0" presId="urn:microsoft.com/office/officeart/2005/8/layout/vList5"/>
    <dgm:cxn modelId="{22F68D9F-45B6-E44A-B8E5-33A09A6AF80D}" type="presOf" srcId="{3351D47E-1CC4-4655-80C9-F7164C3CB4AE}" destId="{41C2DB6B-961A-7D41-A78E-BB5FFF6FD7A7}" srcOrd="0" destOrd="1" presId="urn:microsoft.com/office/officeart/2005/8/layout/vList5"/>
    <dgm:cxn modelId="{6B447DAF-147F-4914-A98F-2E05D1377204}" srcId="{1B8C25D1-1579-414D-AF46-AFC59BCE4CC9}" destId="{52150729-53CF-44EF-B42C-881A91E1DCAC}" srcOrd="2" destOrd="0" parTransId="{A9D8D8C7-D933-4F3D-B49B-DD6C758E5191}" sibTransId="{A8C589DD-B23E-4AC7-92C0-D31F449B4BB4}"/>
    <dgm:cxn modelId="{C60944C1-44A9-3746-9B99-FDE832C08512}" type="presOf" srcId="{81534C0E-798B-4677-A244-3AEDC3932C71}" destId="{0CB7BEC7-3DBD-6240-B292-5D7AAF5722F2}" srcOrd="0" destOrd="0" presId="urn:microsoft.com/office/officeart/2005/8/layout/vList5"/>
    <dgm:cxn modelId="{F5178EC1-6F09-4D45-B4B1-414A680FBA1B}" type="presOf" srcId="{FCACCF04-3E4E-4A6B-AD93-6FDFF8B57243}" destId="{750BE790-8DE7-F343-BF71-BC2DB53BE075}" srcOrd="0" destOrd="0" presId="urn:microsoft.com/office/officeart/2005/8/layout/vList5"/>
    <dgm:cxn modelId="{AEA8D2C8-6C05-40FC-A616-BD58AD23B043}" srcId="{81534C0E-798B-4677-A244-3AEDC3932C71}" destId="{FCACCF04-3E4E-4A6B-AD93-6FDFF8B57243}" srcOrd="0" destOrd="0" parTransId="{1634181D-8AD6-4FD5-9742-3554085821C9}" sibTransId="{CEA6CE10-C518-47E9-939E-5465CFCEBAB1}"/>
    <dgm:cxn modelId="{293375CA-BC01-4792-92E0-23A318BEC0DE}" srcId="{52150729-53CF-44EF-B42C-881A91E1DCAC}" destId="{3351D47E-1CC4-4655-80C9-F7164C3CB4AE}" srcOrd="1" destOrd="0" parTransId="{69A556F5-8B01-4DBA-96A0-0503F94128DC}" sibTransId="{7AF8167C-6701-447E-B9A8-8239E123A96F}"/>
    <dgm:cxn modelId="{8AEA3ED7-D6F8-9941-81BB-32065657B41F}" type="presOf" srcId="{0C451074-B0BA-473A-ADCE-222FD975D489}" destId="{750BE790-8DE7-F343-BF71-BC2DB53BE075}" srcOrd="0" destOrd="1" presId="urn:microsoft.com/office/officeart/2005/8/layout/vList5"/>
    <dgm:cxn modelId="{3D3C3FDC-1D03-BB40-AECE-05AD4E5FE473}" type="presOf" srcId="{056B59F7-BF98-43E7-92B6-960B1A2D0514}" destId="{363FD67E-CE28-E442-8127-09998A48F6F7}" srcOrd="0" destOrd="0" presId="urn:microsoft.com/office/officeart/2005/8/layout/vList5"/>
    <dgm:cxn modelId="{4C3BEFBC-86EA-AA4E-AF69-DE37D33ACB8A}" type="presParOf" srcId="{22AC4B36-CFC5-D943-AA64-B0B2C2451B00}" destId="{B1411DB5-8DCB-DC4A-B2B9-4F820CE0A08C}" srcOrd="0" destOrd="0" presId="urn:microsoft.com/office/officeart/2005/8/layout/vList5"/>
    <dgm:cxn modelId="{23ABDE19-3BF4-594B-8F4E-2381E27F6D44}" type="presParOf" srcId="{B1411DB5-8DCB-DC4A-B2B9-4F820CE0A08C}" destId="{0CB7BEC7-3DBD-6240-B292-5D7AAF5722F2}" srcOrd="0" destOrd="0" presId="urn:microsoft.com/office/officeart/2005/8/layout/vList5"/>
    <dgm:cxn modelId="{847CDCD3-721E-C74E-85D8-990529343965}" type="presParOf" srcId="{B1411DB5-8DCB-DC4A-B2B9-4F820CE0A08C}" destId="{750BE790-8DE7-F343-BF71-BC2DB53BE075}" srcOrd="1" destOrd="0" presId="urn:microsoft.com/office/officeart/2005/8/layout/vList5"/>
    <dgm:cxn modelId="{82E3DAF9-2734-DE40-87D5-A6EBA5648C88}" type="presParOf" srcId="{22AC4B36-CFC5-D943-AA64-B0B2C2451B00}" destId="{2D875F7D-CDF5-D043-A31B-16A5621C75D6}" srcOrd="1" destOrd="0" presId="urn:microsoft.com/office/officeart/2005/8/layout/vList5"/>
    <dgm:cxn modelId="{D7E3546A-DCE2-AA4F-987C-ED4F6C6E9F5A}" type="presParOf" srcId="{22AC4B36-CFC5-D943-AA64-B0B2C2451B00}" destId="{E901F50A-1DE6-FE40-8996-47769B390B46}" srcOrd="2" destOrd="0" presId="urn:microsoft.com/office/officeart/2005/8/layout/vList5"/>
    <dgm:cxn modelId="{45AAEA9D-C64C-3C4F-8F65-5CD7A4CF85EA}" type="presParOf" srcId="{E901F50A-1DE6-FE40-8996-47769B390B46}" destId="{A1AD81EA-9AB5-7940-AD29-994C2C9458FE}" srcOrd="0" destOrd="0" presId="urn:microsoft.com/office/officeart/2005/8/layout/vList5"/>
    <dgm:cxn modelId="{B2497244-516B-3B4B-B967-62B276BF978F}" type="presParOf" srcId="{E901F50A-1DE6-FE40-8996-47769B390B46}" destId="{A812DE86-7581-4943-BA7C-AD1F465CB366}" srcOrd="1" destOrd="0" presId="urn:microsoft.com/office/officeart/2005/8/layout/vList5"/>
    <dgm:cxn modelId="{CDD231DA-E241-1E43-BFAD-45B1A02245CC}" type="presParOf" srcId="{22AC4B36-CFC5-D943-AA64-B0B2C2451B00}" destId="{E84B5DD7-B3BC-4442-A15F-E0E54E2DFAB8}" srcOrd="3" destOrd="0" presId="urn:microsoft.com/office/officeart/2005/8/layout/vList5"/>
    <dgm:cxn modelId="{2C4A49A2-15D3-F848-8C26-05FEB86FEE75}" type="presParOf" srcId="{22AC4B36-CFC5-D943-AA64-B0B2C2451B00}" destId="{1921D476-C9AE-604B-B718-F8D267C4C4C6}" srcOrd="4" destOrd="0" presId="urn:microsoft.com/office/officeart/2005/8/layout/vList5"/>
    <dgm:cxn modelId="{57C2CD10-D42A-554B-870D-84654E726BE2}" type="presParOf" srcId="{1921D476-C9AE-604B-B718-F8D267C4C4C6}" destId="{7A83908B-F14A-4C40-8897-419A69265E22}" srcOrd="0" destOrd="0" presId="urn:microsoft.com/office/officeart/2005/8/layout/vList5"/>
    <dgm:cxn modelId="{99759C83-5EC5-504C-8A46-14F23E1B13E7}" type="presParOf" srcId="{1921D476-C9AE-604B-B718-F8D267C4C4C6}" destId="{41C2DB6B-961A-7D41-A78E-BB5FFF6FD7A7}" srcOrd="1" destOrd="0" presId="urn:microsoft.com/office/officeart/2005/8/layout/vList5"/>
    <dgm:cxn modelId="{C00CF783-5EB3-8D4A-91A5-EAC27F0ACB73}" type="presParOf" srcId="{22AC4B36-CFC5-D943-AA64-B0B2C2451B00}" destId="{1771C65E-04EF-0E4C-A204-C70C1820AEAE}" srcOrd="5" destOrd="0" presId="urn:microsoft.com/office/officeart/2005/8/layout/vList5"/>
    <dgm:cxn modelId="{45A18BD8-DC45-6542-8ADF-B1502B6C9804}" type="presParOf" srcId="{22AC4B36-CFC5-D943-AA64-B0B2C2451B00}" destId="{53BC4359-2C8D-734E-9868-9DCC9603A26D}" srcOrd="6" destOrd="0" presId="urn:microsoft.com/office/officeart/2005/8/layout/vList5"/>
    <dgm:cxn modelId="{45A50F43-72C1-DA4A-95C6-38142A0E1578}" type="presParOf" srcId="{53BC4359-2C8D-734E-9868-9DCC9603A26D}" destId="{46A560E1-696A-A344-B180-B17E5B571F78}" srcOrd="0" destOrd="0" presId="urn:microsoft.com/office/officeart/2005/8/layout/vList5"/>
    <dgm:cxn modelId="{223C7146-5897-CB40-9F6D-A98CF6730FE6}" type="presParOf" srcId="{53BC4359-2C8D-734E-9868-9DCC9603A26D}" destId="{363FD67E-CE28-E442-8127-09998A48F6F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826CD5-CE16-4B79-A3BE-9C92C1A4CCA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746E5A4C-E7AE-489B-A741-4C60FF4A99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Web app built with </a:t>
          </a:r>
          <a:r>
            <a:rPr lang="en-US" b="1"/>
            <a:t>Streamlit</a:t>
          </a:r>
          <a:r>
            <a:rPr lang="en-US"/>
            <a:t>.</a:t>
          </a:r>
        </a:p>
      </dgm:t>
    </dgm:pt>
    <dgm:pt modelId="{330AEF59-56B4-4CAE-BCC7-544E7D555B0F}" type="parTrans" cxnId="{F3994EBE-663F-4003-9DDF-2EF25D8D672F}">
      <dgm:prSet/>
      <dgm:spPr/>
      <dgm:t>
        <a:bodyPr/>
        <a:lstStyle/>
        <a:p>
          <a:endParaRPr lang="en-US"/>
        </a:p>
      </dgm:t>
    </dgm:pt>
    <dgm:pt modelId="{708161BC-CFC9-40A7-9A0A-45B3E2620984}" type="sibTrans" cxnId="{F3994EBE-663F-4003-9DDF-2EF25D8D672F}">
      <dgm:prSet/>
      <dgm:spPr/>
      <dgm:t>
        <a:bodyPr/>
        <a:lstStyle/>
        <a:p>
          <a:endParaRPr lang="en-US"/>
        </a:p>
      </dgm:t>
    </dgm:pt>
    <dgm:pt modelId="{FAC120D4-2862-4350-9B23-E163D2D65F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Users ask questions about movies → system retrieves &amp; summarizes reviews.</a:t>
          </a:r>
        </a:p>
      </dgm:t>
    </dgm:pt>
    <dgm:pt modelId="{12AB9507-6360-48BA-9C5B-614997E7E295}" type="parTrans" cxnId="{427BDF00-F51A-4ABF-98F1-88FB05DA0287}">
      <dgm:prSet/>
      <dgm:spPr/>
      <dgm:t>
        <a:bodyPr/>
        <a:lstStyle/>
        <a:p>
          <a:endParaRPr lang="en-US"/>
        </a:p>
      </dgm:t>
    </dgm:pt>
    <dgm:pt modelId="{0E066CCF-A09F-4CD6-964D-2F2D1DF6035A}" type="sibTrans" cxnId="{427BDF00-F51A-4ABF-98F1-88FB05DA0287}">
      <dgm:prSet/>
      <dgm:spPr/>
      <dgm:t>
        <a:bodyPr/>
        <a:lstStyle/>
        <a:p>
          <a:endParaRPr lang="en-US"/>
        </a:p>
      </dgm:t>
    </dgm:pt>
    <dgm:pt modelId="{B4934EAB-B285-4BD9-8E13-88CE2700C3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Features: </a:t>
          </a:r>
        </a:p>
        <a:p>
          <a:pPr>
            <a:lnSpc>
              <a:spcPct val="100000"/>
            </a:lnSpc>
          </a:pPr>
          <a:r>
            <a:rPr lang="en-US" dirty="0"/>
            <a:t>- Live feedback</a:t>
          </a:r>
        </a:p>
        <a:p>
          <a:pPr>
            <a:lnSpc>
              <a:spcPct val="100000"/>
            </a:lnSpc>
          </a:pPr>
          <a:r>
            <a:rPr lang="en-US" dirty="0"/>
            <a:t>- Metadata inspection</a:t>
          </a:r>
        </a:p>
        <a:p>
          <a:pPr>
            <a:lnSpc>
              <a:spcPct val="100000"/>
            </a:lnSpc>
          </a:pPr>
          <a:r>
            <a:rPr lang="en-US" dirty="0"/>
            <a:t>- User-friendly interface</a:t>
          </a:r>
        </a:p>
      </dgm:t>
    </dgm:pt>
    <dgm:pt modelId="{514EE2B7-6FC7-46B1-BDC6-BF321E7334BC}" type="parTrans" cxnId="{B7B0E51E-6735-4CA0-9B60-8BEB0B06398F}">
      <dgm:prSet/>
      <dgm:spPr/>
      <dgm:t>
        <a:bodyPr/>
        <a:lstStyle/>
        <a:p>
          <a:endParaRPr lang="en-US"/>
        </a:p>
      </dgm:t>
    </dgm:pt>
    <dgm:pt modelId="{00C5EA1A-0C3E-4911-86B3-1715A151A21D}" type="sibTrans" cxnId="{B7B0E51E-6735-4CA0-9B60-8BEB0B06398F}">
      <dgm:prSet/>
      <dgm:spPr/>
      <dgm:t>
        <a:bodyPr/>
        <a:lstStyle/>
        <a:p>
          <a:endParaRPr lang="en-US"/>
        </a:p>
      </dgm:t>
    </dgm:pt>
    <dgm:pt modelId="{6FCD2DAB-5C3F-4A44-94B4-05F2364EB5A7}">
      <dgm:prSet/>
      <dgm:spPr/>
      <dgm:t>
        <a:bodyPr/>
        <a:lstStyle/>
        <a:p>
          <a:pPr rtl="0">
            <a:lnSpc>
              <a:spcPct val="100000"/>
            </a:lnSpc>
          </a:pPr>
          <a:endParaRPr lang="en-US" dirty="0"/>
        </a:p>
      </dgm:t>
    </dgm:pt>
    <dgm:pt modelId="{F83641D7-7131-4AFC-BFCD-3145E3A6DB3E}" type="parTrans" cxnId="{581C3784-F967-44CB-AE86-D9E9B83E9093}">
      <dgm:prSet/>
      <dgm:spPr/>
      <dgm:t>
        <a:bodyPr/>
        <a:lstStyle/>
        <a:p>
          <a:endParaRPr lang="en-US"/>
        </a:p>
      </dgm:t>
    </dgm:pt>
    <dgm:pt modelId="{28609302-3437-4C82-80C7-80D157439760}" type="sibTrans" cxnId="{581C3784-F967-44CB-AE86-D9E9B83E9093}">
      <dgm:prSet/>
      <dgm:spPr/>
      <dgm:t>
        <a:bodyPr/>
        <a:lstStyle/>
        <a:p>
          <a:endParaRPr lang="en-US"/>
        </a:p>
      </dgm:t>
    </dgm:pt>
    <dgm:pt modelId="{FBAFD58B-383F-45D2-8DF5-33236E1CEC89}" type="pres">
      <dgm:prSet presAssocID="{65826CD5-CE16-4B79-A3BE-9C92C1A4CCA2}" presName="root" presStyleCnt="0">
        <dgm:presLayoutVars>
          <dgm:dir/>
          <dgm:resizeHandles val="exact"/>
        </dgm:presLayoutVars>
      </dgm:prSet>
      <dgm:spPr/>
    </dgm:pt>
    <dgm:pt modelId="{A2B6AFBA-5911-478D-BE19-CA7B78C3BA95}" type="pres">
      <dgm:prSet presAssocID="{746E5A4C-E7AE-489B-A741-4C60FF4A99A8}" presName="compNode" presStyleCnt="0"/>
      <dgm:spPr/>
    </dgm:pt>
    <dgm:pt modelId="{61967B82-D91E-4D29-B72C-2C5621428AF6}" type="pres">
      <dgm:prSet presAssocID="{746E5A4C-E7AE-489B-A741-4C60FF4A99A8}" presName="bgRect" presStyleLbl="bgShp" presStyleIdx="0" presStyleCnt="3"/>
      <dgm:spPr/>
    </dgm:pt>
    <dgm:pt modelId="{B9460CFF-8416-4B1D-A5F2-FCBAAFE33C8B}" type="pres">
      <dgm:prSet presAssocID="{746E5A4C-E7AE-489B-A741-4C60FF4A99A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2C46568-CECE-4B4E-BF98-29DEC4065287}" type="pres">
      <dgm:prSet presAssocID="{746E5A4C-E7AE-489B-A741-4C60FF4A99A8}" presName="spaceRect" presStyleCnt="0"/>
      <dgm:spPr/>
    </dgm:pt>
    <dgm:pt modelId="{7EE3A2F5-8A9C-4268-936A-219E7DDF425D}" type="pres">
      <dgm:prSet presAssocID="{746E5A4C-E7AE-489B-A741-4C60FF4A99A8}" presName="parTx" presStyleLbl="revTx" presStyleIdx="0" presStyleCnt="4">
        <dgm:presLayoutVars>
          <dgm:chMax val="0"/>
          <dgm:chPref val="0"/>
        </dgm:presLayoutVars>
      </dgm:prSet>
      <dgm:spPr/>
    </dgm:pt>
    <dgm:pt modelId="{56C0DA28-CFE0-483B-AE40-303A6C1588EF}" type="pres">
      <dgm:prSet presAssocID="{708161BC-CFC9-40A7-9A0A-45B3E2620984}" presName="sibTrans" presStyleCnt="0"/>
      <dgm:spPr/>
    </dgm:pt>
    <dgm:pt modelId="{0A136EF3-1E5C-438F-BFC5-6FD4BB744D90}" type="pres">
      <dgm:prSet presAssocID="{FAC120D4-2862-4350-9B23-E163D2D65FB5}" presName="compNode" presStyleCnt="0"/>
      <dgm:spPr/>
    </dgm:pt>
    <dgm:pt modelId="{D164710E-01DE-4B6B-B166-F547399F65BC}" type="pres">
      <dgm:prSet presAssocID="{FAC120D4-2862-4350-9B23-E163D2D65FB5}" presName="bgRect" presStyleLbl="bgShp" presStyleIdx="1" presStyleCnt="3"/>
      <dgm:spPr/>
    </dgm:pt>
    <dgm:pt modelId="{31245FAC-9F0F-438A-86D4-AFD829872EB9}" type="pres">
      <dgm:prSet presAssocID="{FAC120D4-2862-4350-9B23-E163D2D65FB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CF3BFAD3-72F5-48A5-B2AA-95A96ECF796B}" type="pres">
      <dgm:prSet presAssocID="{FAC120D4-2862-4350-9B23-E163D2D65FB5}" presName="spaceRect" presStyleCnt="0"/>
      <dgm:spPr/>
    </dgm:pt>
    <dgm:pt modelId="{86176ADF-A0A3-4715-969D-352E7E10C85B}" type="pres">
      <dgm:prSet presAssocID="{FAC120D4-2862-4350-9B23-E163D2D65FB5}" presName="parTx" presStyleLbl="revTx" presStyleIdx="1" presStyleCnt="4">
        <dgm:presLayoutVars>
          <dgm:chMax val="0"/>
          <dgm:chPref val="0"/>
        </dgm:presLayoutVars>
      </dgm:prSet>
      <dgm:spPr/>
    </dgm:pt>
    <dgm:pt modelId="{2B7611BB-E51C-40BE-B696-33B61D83F0D0}" type="pres">
      <dgm:prSet presAssocID="{0E066CCF-A09F-4CD6-964D-2F2D1DF6035A}" presName="sibTrans" presStyleCnt="0"/>
      <dgm:spPr/>
    </dgm:pt>
    <dgm:pt modelId="{BAC3717B-B237-479A-970F-DDCEEF92E6A0}" type="pres">
      <dgm:prSet presAssocID="{B4934EAB-B285-4BD9-8E13-88CE2700C3FF}" presName="compNode" presStyleCnt="0"/>
      <dgm:spPr/>
    </dgm:pt>
    <dgm:pt modelId="{D0DE23A9-E777-4A36-A3BF-EB5D9C42CD61}" type="pres">
      <dgm:prSet presAssocID="{B4934EAB-B285-4BD9-8E13-88CE2700C3FF}" presName="bgRect" presStyleLbl="bgShp" presStyleIdx="2" presStyleCnt="3"/>
      <dgm:spPr/>
    </dgm:pt>
    <dgm:pt modelId="{16B73DA5-9FA4-41DA-9562-2015DE5125F9}" type="pres">
      <dgm:prSet presAssocID="{B4934EAB-B285-4BD9-8E13-88CE2700C3F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A9E75CC-A358-4F9A-9B0C-11C9E1755388}" type="pres">
      <dgm:prSet presAssocID="{B4934EAB-B285-4BD9-8E13-88CE2700C3FF}" presName="spaceRect" presStyleCnt="0"/>
      <dgm:spPr/>
    </dgm:pt>
    <dgm:pt modelId="{9192769A-3734-414F-91D9-8B322E63776B}" type="pres">
      <dgm:prSet presAssocID="{B4934EAB-B285-4BD9-8E13-88CE2700C3FF}" presName="parTx" presStyleLbl="revTx" presStyleIdx="2" presStyleCnt="4">
        <dgm:presLayoutVars>
          <dgm:chMax val="0"/>
          <dgm:chPref val="0"/>
        </dgm:presLayoutVars>
      </dgm:prSet>
      <dgm:spPr/>
    </dgm:pt>
    <dgm:pt modelId="{EF450E19-8C54-4AAE-BE8E-C59429B2841A}" type="pres">
      <dgm:prSet presAssocID="{B4934EAB-B285-4BD9-8E13-88CE2700C3FF}" presName="desTx" presStyleLbl="revTx" presStyleIdx="3" presStyleCnt="4" custScaleX="240096">
        <dgm:presLayoutVars/>
      </dgm:prSet>
      <dgm:spPr/>
    </dgm:pt>
  </dgm:ptLst>
  <dgm:cxnLst>
    <dgm:cxn modelId="{427BDF00-F51A-4ABF-98F1-88FB05DA0287}" srcId="{65826CD5-CE16-4B79-A3BE-9C92C1A4CCA2}" destId="{FAC120D4-2862-4350-9B23-E163D2D65FB5}" srcOrd="1" destOrd="0" parTransId="{12AB9507-6360-48BA-9C5B-614997E7E295}" sibTransId="{0E066CCF-A09F-4CD6-964D-2F2D1DF6035A}"/>
    <dgm:cxn modelId="{B7B0E51E-6735-4CA0-9B60-8BEB0B06398F}" srcId="{65826CD5-CE16-4B79-A3BE-9C92C1A4CCA2}" destId="{B4934EAB-B285-4BD9-8E13-88CE2700C3FF}" srcOrd="2" destOrd="0" parTransId="{514EE2B7-6FC7-46B1-BDC6-BF321E7334BC}" sibTransId="{00C5EA1A-0C3E-4911-86B3-1715A151A21D}"/>
    <dgm:cxn modelId="{2C465B27-994E-4BC5-AC54-3DA6CA4C44D6}" type="presOf" srcId="{FAC120D4-2862-4350-9B23-E163D2D65FB5}" destId="{86176ADF-A0A3-4715-969D-352E7E10C85B}" srcOrd="0" destOrd="0" presId="urn:microsoft.com/office/officeart/2018/2/layout/IconVerticalSolidList"/>
    <dgm:cxn modelId="{169DEC79-8EE6-43A5-B893-B6B2E7673171}" type="presOf" srcId="{65826CD5-CE16-4B79-A3BE-9C92C1A4CCA2}" destId="{FBAFD58B-383F-45D2-8DF5-33236E1CEC89}" srcOrd="0" destOrd="0" presId="urn:microsoft.com/office/officeart/2018/2/layout/IconVerticalSolidList"/>
    <dgm:cxn modelId="{581C3784-F967-44CB-AE86-D9E9B83E9093}" srcId="{B4934EAB-B285-4BD9-8E13-88CE2700C3FF}" destId="{6FCD2DAB-5C3F-4A44-94B4-05F2364EB5A7}" srcOrd="0" destOrd="0" parTransId="{F83641D7-7131-4AFC-BFCD-3145E3A6DB3E}" sibTransId="{28609302-3437-4C82-80C7-80D157439760}"/>
    <dgm:cxn modelId="{E98A748E-88B6-45E7-9EC4-9565AC3188B6}" type="presOf" srcId="{B4934EAB-B285-4BD9-8E13-88CE2700C3FF}" destId="{9192769A-3734-414F-91D9-8B322E63776B}" srcOrd="0" destOrd="0" presId="urn:microsoft.com/office/officeart/2018/2/layout/IconVerticalSolidList"/>
    <dgm:cxn modelId="{67CB5DA9-215D-4153-BA92-9BFEE2A195BD}" type="presOf" srcId="{746E5A4C-E7AE-489B-A741-4C60FF4A99A8}" destId="{7EE3A2F5-8A9C-4268-936A-219E7DDF425D}" srcOrd="0" destOrd="0" presId="urn:microsoft.com/office/officeart/2018/2/layout/IconVerticalSolidList"/>
    <dgm:cxn modelId="{F3994EBE-663F-4003-9DDF-2EF25D8D672F}" srcId="{65826CD5-CE16-4B79-A3BE-9C92C1A4CCA2}" destId="{746E5A4C-E7AE-489B-A741-4C60FF4A99A8}" srcOrd="0" destOrd="0" parTransId="{330AEF59-56B4-4CAE-BCC7-544E7D555B0F}" sibTransId="{708161BC-CFC9-40A7-9A0A-45B3E2620984}"/>
    <dgm:cxn modelId="{7D17DCED-3578-45BF-93D6-9AC18539DBA2}" type="presOf" srcId="{6FCD2DAB-5C3F-4A44-94B4-05F2364EB5A7}" destId="{EF450E19-8C54-4AAE-BE8E-C59429B2841A}" srcOrd="0" destOrd="0" presId="urn:microsoft.com/office/officeart/2018/2/layout/IconVerticalSolidList"/>
    <dgm:cxn modelId="{5112B74F-57BE-4A54-B832-56F85E425A7D}" type="presParOf" srcId="{FBAFD58B-383F-45D2-8DF5-33236E1CEC89}" destId="{A2B6AFBA-5911-478D-BE19-CA7B78C3BA95}" srcOrd="0" destOrd="0" presId="urn:microsoft.com/office/officeart/2018/2/layout/IconVerticalSolidList"/>
    <dgm:cxn modelId="{8E8756CD-E2E6-4CA0-AFD1-BB18248BAF23}" type="presParOf" srcId="{A2B6AFBA-5911-478D-BE19-CA7B78C3BA95}" destId="{61967B82-D91E-4D29-B72C-2C5621428AF6}" srcOrd="0" destOrd="0" presId="urn:microsoft.com/office/officeart/2018/2/layout/IconVerticalSolidList"/>
    <dgm:cxn modelId="{53E60D74-8168-4B25-8B87-261ACC2D0F48}" type="presParOf" srcId="{A2B6AFBA-5911-478D-BE19-CA7B78C3BA95}" destId="{B9460CFF-8416-4B1D-A5F2-FCBAAFE33C8B}" srcOrd="1" destOrd="0" presId="urn:microsoft.com/office/officeart/2018/2/layout/IconVerticalSolidList"/>
    <dgm:cxn modelId="{50449AB2-287C-4D06-BA2C-0FB663FAFDFA}" type="presParOf" srcId="{A2B6AFBA-5911-478D-BE19-CA7B78C3BA95}" destId="{F2C46568-CECE-4B4E-BF98-29DEC4065287}" srcOrd="2" destOrd="0" presId="urn:microsoft.com/office/officeart/2018/2/layout/IconVerticalSolidList"/>
    <dgm:cxn modelId="{E11906A1-1157-45CA-80EE-966E2CC879E6}" type="presParOf" srcId="{A2B6AFBA-5911-478D-BE19-CA7B78C3BA95}" destId="{7EE3A2F5-8A9C-4268-936A-219E7DDF425D}" srcOrd="3" destOrd="0" presId="urn:microsoft.com/office/officeart/2018/2/layout/IconVerticalSolidList"/>
    <dgm:cxn modelId="{4E637FF8-4C81-4784-B1C2-D79C4750195B}" type="presParOf" srcId="{FBAFD58B-383F-45D2-8DF5-33236E1CEC89}" destId="{56C0DA28-CFE0-483B-AE40-303A6C1588EF}" srcOrd="1" destOrd="0" presId="urn:microsoft.com/office/officeart/2018/2/layout/IconVerticalSolidList"/>
    <dgm:cxn modelId="{78766702-6FE0-4251-910C-32FD265A45B9}" type="presParOf" srcId="{FBAFD58B-383F-45D2-8DF5-33236E1CEC89}" destId="{0A136EF3-1E5C-438F-BFC5-6FD4BB744D90}" srcOrd="2" destOrd="0" presId="urn:microsoft.com/office/officeart/2018/2/layout/IconVerticalSolidList"/>
    <dgm:cxn modelId="{DA835A5B-ABD5-4504-A2C6-BDFA27AAA03D}" type="presParOf" srcId="{0A136EF3-1E5C-438F-BFC5-6FD4BB744D90}" destId="{D164710E-01DE-4B6B-B166-F547399F65BC}" srcOrd="0" destOrd="0" presId="urn:microsoft.com/office/officeart/2018/2/layout/IconVerticalSolidList"/>
    <dgm:cxn modelId="{D09B6535-3943-43D1-9EC5-C9663F427CCA}" type="presParOf" srcId="{0A136EF3-1E5C-438F-BFC5-6FD4BB744D90}" destId="{31245FAC-9F0F-438A-86D4-AFD829872EB9}" srcOrd="1" destOrd="0" presId="urn:microsoft.com/office/officeart/2018/2/layout/IconVerticalSolidList"/>
    <dgm:cxn modelId="{A777CB26-2738-4141-BCB8-94A213AAE611}" type="presParOf" srcId="{0A136EF3-1E5C-438F-BFC5-6FD4BB744D90}" destId="{CF3BFAD3-72F5-48A5-B2AA-95A96ECF796B}" srcOrd="2" destOrd="0" presId="urn:microsoft.com/office/officeart/2018/2/layout/IconVerticalSolidList"/>
    <dgm:cxn modelId="{84A98ACE-FEB4-4B66-9CE0-714225236132}" type="presParOf" srcId="{0A136EF3-1E5C-438F-BFC5-6FD4BB744D90}" destId="{86176ADF-A0A3-4715-969D-352E7E10C85B}" srcOrd="3" destOrd="0" presId="urn:microsoft.com/office/officeart/2018/2/layout/IconVerticalSolidList"/>
    <dgm:cxn modelId="{7A086D8E-EC73-40D3-9AAC-B490CC6746C0}" type="presParOf" srcId="{FBAFD58B-383F-45D2-8DF5-33236E1CEC89}" destId="{2B7611BB-E51C-40BE-B696-33B61D83F0D0}" srcOrd="3" destOrd="0" presId="urn:microsoft.com/office/officeart/2018/2/layout/IconVerticalSolidList"/>
    <dgm:cxn modelId="{B60D3A8C-8750-469D-9E2C-75A04941BC92}" type="presParOf" srcId="{FBAFD58B-383F-45D2-8DF5-33236E1CEC89}" destId="{BAC3717B-B237-479A-970F-DDCEEF92E6A0}" srcOrd="4" destOrd="0" presId="urn:microsoft.com/office/officeart/2018/2/layout/IconVerticalSolidList"/>
    <dgm:cxn modelId="{E341C63A-4A80-4C93-83C0-B43F6BF3BBF3}" type="presParOf" srcId="{BAC3717B-B237-479A-970F-DDCEEF92E6A0}" destId="{D0DE23A9-E777-4A36-A3BF-EB5D9C42CD61}" srcOrd="0" destOrd="0" presId="urn:microsoft.com/office/officeart/2018/2/layout/IconVerticalSolidList"/>
    <dgm:cxn modelId="{CE63B522-1A6D-419B-8143-1116E5DE3794}" type="presParOf" srcId="{BAC3717B-B237-479A-970F-DDCEEF92E6A0}" destId="{16B73DA5-9FA4-41DA-9562-2015DE5125F9}" srcOrd="1" destOrd="0" presId="urn:microsoft.com/office/officeart/2018/2/layout/IconVerticalSolidList"/>
    <dgm:cxn modelId="{3DDA5B35-5208-42B5-8EFE-36B25E186F84}" type="presParOf" srcId="{BAC3717B-B237-479A-970F-DDCEEF92E6A0}" destId="{8A9E75CC-A358-4F9A-9B0C-11C9E1755388}" srcOrd="2" destOrd="0" presId="urn:microsoft.com/office/officeart/2018/2/layout/IconVerticalSolidList"/>
    <dgm:cxn modelId="{03766D8E-137A-4C75-A8DB-FF0F1A9665BA}" type="presParOf" srcId="{BAC3717B-B237-479A-970F-DDCEEF92E6A0}" destId="{9192769A-3734-414F-91D9-8B322E63776B}" srcOrd="3" destOrd="0" presId="urn:microsoft.com/office/officeart/2018/2/layout/IconVerticalSolidList"/>
    <dgm:cxn modelId="{D25F3366-D0CA-482A-8C71-64502555B7E2}" type="presParOf" srcId="{BAC3717B-B237-479A-970F-DDCEEF92E6A0}" destId="{EF450E19-8C54-4AAE-BE8E-C59429B2841A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4C5D5A-F288-344C-B21E-0012A37B357E}">
      <dsp:nvSpPr>
        <dsp:cNvPr id="0" name=""/>
        <dsp:cNvSpPr/>
      </dsp:nvSpPr>
      <dsp:spPr>
        <a:xfrm>
          <a:off x="0" y="30"/>
          <a:ext cx="5175384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Kafka pipeline</a:t>
          </a:r>
          <a:r>
            <a:rPr lang="en-US" sz="3300" kern="1200"/>
            <a:t> for ingesting live movie reviews.</a:t>
          </a:r>
        </a:p>
      </dsp:txBody>
      <dsp:txXfrm>
        <a:off x="64083" y="64113"/>
        <a:ext cx="5047218" cy="1184574"/>
      </dsp:txXfrm>
    </dsp:sp>
    <dsp:sp modelId="{18DF5889-D774-F94D-9768-84B7E3828F5A}">
      <dsp:nvSpPr>
        <dsp:cNvPr id="0" name=""/>
        <dsp:cNvSpPr/>
      </dsp:nvSpPr>
      <dsp:spPr>
        <a:xfrm>
          <a:off x="0" y="1407810"/>
          <a:ext cx="5175384" cy="13127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Generate </a:t>
          </a:r>
          <a:r>
            <a:rPr lang="en-US" sz="3300" b="1" kern="1200"/>
            <a:t>embeddings</a:t>
          </a:r>
          <a:r>
            <a:rPr lang="en-US" sz="3300" kern="1200"/>
            <a:t> and store in a </a:t>
          </a:r>
          <a:r>
            <a:rPr lang="en-US" sz="3300" b="1" kern="1200"/>
            <a:t>vector database</a:t>
          </a:r>
          <a:r>
            <a:rPr lang="en-US" sz="3300" kern="1200"/>
            <a:t>.</a:t>
          </a:r>
        </a:p>
      </dsp:txBody>
      <dsp:txXfrm>
        <a:off x="64083" y="1471893"/>
        <a:ext cx="5047218" cy="1184574"/>
      </dsp:txXfrm>
    </dsp:sp>
    <dsp:sp modelId="{87B734AA-6E8D-9C46-A7FA-A806072A97CE}">
      <dsp:nvSpPr>
        <dsp:cNvPr id="0" name=""/>
        <dsp:cNvSpPr/>
      </dsp:nvSpPr>
      <dsp:spPr>
        <a:xfrm>
          <a:off x="0" y="2815590"/>
          <a:ext cx="5175384" cy="13127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Retrieve the most relevant reviews</a:t>
          </a:r>
          <a:r>
            <a:rPr lang="en-US" sz="3300" kern="1200"/>
            <a:t> for user queries.</a:t>
          </a:r>
        </a:p>
      </dsp:txBody>
      <dsp:txXfrm>
        <a:off x="64083" y="2879673"/>
        <a:ext cx="5047218" cy="1184574"/>
      </dsp:txXfrm>
    </dsp:sp>
    <dsp:sp modelId="{968A6409-38FE-E049-A685-D48D1545BAE8}">
      <dsp:nvSpPr>
        <dsp:cNvPr id="0" name=""/>
        <dsp:cNvSpPr/>
      </dsp:nvSpPr>
      <dsp:spPr>
        <a:xfrm>
          <a:off x="0" y="4223370"/>
          <a:ext cx="5175384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Demonstrate </a:t>
          </a:r>
          <a:r>
            <a:rPr lang="en-US" sz="3300" b="1" kern="1200"/>
            <a:t>real-time operation</a:t>
          </a:r>
          <a:r>
            <a:rPr lang="en-US" sz="3300" kern="1200"/>
            <a:t> of a RAG system.</a:t>
          </a:r>
        </a:p>
      </dsp:txBody>
      <dsp:txXfrm>
        <a:off x="64083" y="4287453"/>
        <a:ext cx="5047218" cy="11845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2D1A79-6BC8-B043-91DF-FFE6928476D0}">
      <dsp:nvSpPr>
        <dsp:cNvPr id="0" name=""/>
        <dsp:cNvSpPr/>
      </dsp:nvSpPr>
      <dsp:spPr>
        <a:xfrm>
          <a:off x="2282" y="546469"/>
          <a:ext cx="1986917" cy="993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Supports </a:t>
          </a:r>
          <a:r>
            <a:rPr lang="en-US" sz="1600" b="1" kern="1200"/>
            <a:t>real-time retrieval and generation</a:t>
          </a:r>
          <a:r>
            <a:rPr lang="en-US" sz="1600" kern="1200"/>
            <a:t> of movie review summaries.</a:t>
          </a:r>
        </a:p>
      </dsp:txBody>
      <dsp:txXfrm>
        <a:off x="31379" y="575566"/>
        <a:ext cx="1928723" cy="935264"/>
      </dsp:txXfrm>
    </dsp:sp>
    <dsp:sp modelId="{A20F77C7-98DA-A046-84AC-51216CBC0838}">
      <dsp:nvSpPr>
        <dsp:cNvPr id="0" name=""/>
        <dsp:cNvSpPr/>
      </dsp:nvSpPr>
      <dsp:spPr>
        <a:xfrm>
          <a:off x="2282" y="1688947"/>
          <a:ext cx="1986917" cy="993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Combines </a:t>
          </a:r>
          <a:r>
            <a:rPr lang="en-US" sz="1600" b="1" kern="1200"/>
            <a:t>live streaming data</a:t>
          </a:r>
          <a:r>
            <a:rPr lang="en-US" sz="1600" kern="1200"/>
            <a:t> with </a:t>
          </a:r>
          <a:r>
            <a:rPr lang="en-US" sz="1600" b="1" kern="1200"/>
            <a:t>RAG-based summaries</a:t>
          </a:r>
          <a:r>
            <a:rPr lang="en-US" sz="1600" kern="1200"/>
            <a:t>.</a:t>
          </a:r>
        </a:p>
      </dsp:txBody>
      <dsp:txXfrm>
        <a:off x="31379" y="1718044"/>
        <a:ext cx="1928723" cy="935264"/>
      </dsp:txXfrm>
    </dsp:sp>
    <dsp:sp modelId="{D15A6A31-D6E5-0741-A904-C780536FC5B8}">
      <dsp:nvSpPr>
        <dsp:cNvPr id="0" name=""/>
        <dsp:cNvSpPr/>
      </dsp:nvSpPr>
      <dsp:spPr>
        <a:xfrm>
          <a:off x="2282" y="2831425"/>
          <a:ext cx="1986917" cy="993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Key components:</a:t>
          </a:r>
        </a:p>
      </dsp:txBody>
      <dsp:txXfrm>
        <a:off x="31379" y="2860522"/>
        <a:ext cx="1928723" cy="935264"/>
      </dsp:txXfrm>
    </dsp:sp>
    <dsp:sp modelId="{5FD2208A-30C8-6B4F-98D2-2B6A05EAD2F8}">
      <dsp:nvSpPr>
        <dsp:cNvPr id="0" name=""/>
        <dsp:cNvSpPr/>
      </dsp:nvSpPr>
      <dsp:spPr>
        <a:xfrm rot="18289469">
          <a:off x="1690719" y="2740700"/>
          <a:ext cx="1391729" cy="32431"/>
        </a:xfrm>
        <a:custGeom>
          <a:avLst/>
          <a:gdLst/>
          <a:ahLst/>
          <a:cxnLst/>
          <a:rect l="0" t="0" r="0" b="0"/>
          <a:pathLst>
            <a:path>
              <a:moveTo>
                <a:pt x="0" y="16215"/>
              </a:moveTo>
              <a:lnTo>
                <a:pt x="1391729" y="162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1790" y="2722122"/>
        <a:ext cx="69586" cy="69586"/>
      </dsp:txXfrm>
    </dsp:sp>
    <dsp:sp modelId="{B3D1FAD6-5605-E740-ADB6-08BA4FA4B650}">
      <dsp:nvSpPr>
        <dsp:cNvPr id="0" name=""/>
        <dsp:cNvSpPr/>
      </dsp:nvSpPr>
      <dsp:spPr>
        <a:xfrm>
          <a:off x="2783967" y="1688947"/>
          <a:ext cx="1986917" cy="9934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Data Ingestion</a:t>
          </a:r>
          <a:endParaRPr lang="en-US" sz="1600" kern="1200"/>
        </a:p>
      </dsp:txBody>
      <dsp:txXfrm>
        <a:off x="2813064" y="1718044"/>
        <a:ext cx="1928723" cy="935264"/>
      </dsp:txXfrm>
    </dsp:sp>
    <dsp:sp modelId="{B9ADC09A-7E0E-444C-AA36-30EFFAF4BD4D}">
      <dsp:nvSpPr>
        <dsp:cNvPr id="0" name=""/>
        <dsp:cNvSpPr/>
      </dsp:nvSpPr>
      <dsp:spPr>
        <a:xfrm>
          <a:off x="1989200" y="3311939"/>
          <a:ext cx="794767" cy="32431"/>
        </a:xfrm>
        <a:custGeom>
          <a:avLst/>
          <a:gdLst/>
          <a:ahLst/>
          <a:cxnLst/>
          <a:rect l="0" t="0" r="0" b="0"/>
          <a:pathLst>
            <a:path>
              <a:moveTo>
                <a:pt x="0" y="16215"/>
              </a:moveTo>
              <a:lnTo>
                <a:pt x="794767" y="162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66714" y="3308285"/>
        <a:ext cx="39738" cy="39738"/>
      </dsp:txXfrm>
    </dsp:sp>
    <dsp:sp modelId="{3B5B2C64-2AA2-5848-BA4B-9A95FF628C5D}">
      <dsp:nvSpPr>
        <dsp:cNvPr id="0" name=""/>
        <dsp:cNvSpPr/>
      </dsp:nvSpPr>
      <dsp:spPr>
        <a:xfrm>
          <a:off x="2783967" y="2831425"/>
          <a:ext cx="1986917" cy="9934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Embeddings &amp; Vector Database</a:t>
          </a:r>
          <a:endParaRPr lang="en-US" sz="1600" kern="1200"/>
        </a:p>
      </dsp:txBody>
      <dsp:txXfrm>
        <a:off x="2813064" y="2860522"/>
        <a:ext cx="1928723" cy="935264"/>
      </dsp:txXfrm>
    </dsp:sp>
    <dsp:sp modelId="{B1051498-9877-4B48-802C-465E91E99207}">
      <dsp:nvSpPr>
        <dsp:cNvPr id="0" name=""/>
        <dsp:cNvSpPr/>
      </dsp:nvSpPr>
      <dsp:spPr>
        <a:xfrm rot="3310531">
          <a:off x="1690719" y="3883178"/>
          <a:ext cx="1391729" cy="32431"/>
        </a:xfrm>
        <a:custGeom>
          <a:avLst/>
          <a:gdLst/>
          <a:ahLst/>
          <a:cxnLst/>
          <a:rect l="0" t="0" r="0" b="0"/>
          <a:pathLst>
            <a:path>
              <a:moveTo>
                <a:pt x="0" y="16215"/>
              </a:moveTo>
              <a:lnTo>
                <a:pt x="1391729" y="1621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1790" y="3864600"/>
        <a:ext cx="69586" cy="69586"/>
      </dsp:txXfrm>
    </dsp:sp>
    <dsp:sp modelId="{1A3AC31B-574C-9340-A6EE-BDCD6203BCFB}">
      <dsp:nvSpPr>
        <dsp:cNvPr id="0" name=""/>
        <dsp:cNvSpPr/>
      </dsp:nvSpPr>
      <dsp:spPr>
        <a:xfrm>
          <a:off x="2783967" y="3973903"/>
          <a:ext cx="1986917" cy="9934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RAG Query &amp; Generation</a:t>
          </a:r>
          <a:endParaRPr lang="en-US" sz="1600" kern="1200"/>
        </a:p>
      </dsp:txBody>
      <dsp:txXfrm>
        <a:off x="2813064" y="4003000"/>
        <a:ext cx="1928723" cy="9352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0BE790-8DE7-F343-BF71-BC2DB53BE075}">
      <dsp:nvSpPr>
        <dsp:cNvPr id="0" name=""/>
        <dsp:cNvSpPr/>
      </dsp:nvSpPr>
      <dsp:spPr>
        <a:xfrm rot="5400000">
          <a:off x="2714832" y="-861002"/>
          <a:ext cx="1061843" cy="3054827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TMDB API feeds live reviews into </a:t>
          </a:r>
          <a:r>
            <a:rPr lang="en-US" sz="1500" b="1" kern="1200"/>
            <a:t>Apache Kafka</a:t>
          </a:r>
          <a:r>
            <a:rPr lang="en-US" sz="1500" kern="1200"/>
            <a:t>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Kafka buffers and streams data continuously.</a:t>
          </a:r>
        </a:p>
      </dsp:txBody>
      <dsp:txXfrm rot="-5400000">
        <a:off x="1718341" y="187324"/>
        <a:ext cx="3002992" cy="958173"/>
      </dsp:txXfrm>
    </dsp:sp>
    <dsp:sp modelId="{0CB7BEC7-3DBD-6240-B292-5D7AAF5722F2}">
      <dsp:nvSpPr>
        <dsp:cNvPr id="0" name=""/>
        <dsp:cNvSpPr/>
      </dsp:nvSpPr>
      <dsp:spPr>
        <a:xfrm>
          <a:off x="0" y="2759"/>
          <a:ext cx="1718340" cy="13273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Data Ingestion:</a:t>
          </a:r>
          <a:endParaRPr lang="en-US" sz="2000" kern="1200"/>
        </a:p>
      </dsp:txBody>
      <dsp:txXfrm>
        <a:off x="64794" y="67553"/>
        <a:ext cx="1588752" cy="1197716"/>
      </dsp:txXfrm>
    </dsp:sp>
    <dsp:sp modelId="{A812DE86-7581-4943-BA7C-AD1F465CB366}">
      <dsp:nvSpPr>
        <dsp:cNvPr id="0" name=""/>
        <dsp:cNvSpPr/>
      </dsp:nvSpPr>
      <dsp:spPr>
        <a:xfrm rot="5400000">
          <a:off x="2714832" y="532667"/>
          <a:ext cx="1061843" cy="3054827"/>
        </a:xfrm>
        <a:prstGeom prst="round2SameRect">
          <a:avLst/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Reviews cleaned and tokenized.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Converted into </a:t>
          </a:r>
          <a:r>
            <a:rPr lang="en-US" sz="1500" b="1" kern="1200"/>
            <a:t>numerical embeddings</a:t>
          </a:r>
          <a:r>
            <a:rPr lang="en-US" sz="1500" kern="1200"/>
            <a:t> for semantic search.</a:t>
          </a:r>
        </a:p>
      </dsp:txBody>
      <dsp:txXfrm rot="-5400000">
        <a:off x="1718341" y="1580994"/>
        <a:ext cx="3002992" cy="958173"/>
      </dsp:txXfrm>
    </dsp:sp>
    <dsp:sp modelId="{A1AD81EA-9AB5-7940-AD29-994C2C9458FE}">
      <dsp:nvSpPr>
        <dsp:cNvPr id="0" name=""/>
        <dsp:cNvSpPr/>
      </dsp:nvSpPr>
      <dsp:spPr>
        <a:xfrm>
          <a:off x="0" y="1396429"/>
          <a:ext cx="1718340" cy="1327304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Processing &amp; Embeddings:</a:t>
          </a:r>
          <a:endParaRPr lang="en-US" sz="2000" kern="1200"/>
        </a:p>
      </dsp:txBody>
      <dsp:txXfrm>
        <a:off x="64794" y="1461223"/>
        <a:ext cx="1588752" cy="1197716"/>
      </dsp:txXfrm>
    </dsp:sp>
    <dsp:sp modelId="{41C2DB6B-961A-7D41-A78E-BB5FFF6FD7A7}">
      <dsp:nvSpPr>
        <dsp:cNvPr id="0" name=""/>
        <dsp:cNvSpPr/>
      </dsp:nvSpPr>
      <dsp:spPr>
        <a:xfrm rot="5400000">
          <a:off x="2714832" y="1926336"/>
          <a:ext cx="1061843" cy="3054827"/>
        </a:xfrm>
        <a:prstGeom prst="round2SameRect">
          <a:avLst/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Embeddings stored for </a:t>
          </a:r>
          <a:r>
            <a:rPr lang="en-US" sz="1500" b="1" kern="1200"/>
            <a:t>fast similarity retrieval</a:t>
          </a:r>
          <a:r>
            <a:rPr lang="en-US" sz="1500" kern="1200"/>
            <a:t>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Continuously updated to keep reviews </a:t>
          </a:r>
          <a:r>
            <a:rPr lang="en-US" sz="1500" b="1" kern="1200"/>
            <a:t>fresh</a:t>
          </a:r>
          <a:r>
            <a:rPr lang="en-US" sz="1500" kern="1200"/>
            <a:t>.</a:t>
          </a:r>
        </a:p>
      </dsp:txBody>
      <dsp:txXfrm rot="-5400000">
        <a:off x="1718341" y="2974663"/>
        <a:ext cx="3002992" cy="958173"/>
      </dsp:txXfrm>
    </dsp:sp>
    <dsp:sp modelId="{7A83908B-F14A-4C40-8897-419A69265E22}">
      <dsp:nvSpPr>
        <dsp:cNvPr id="0" name=""/>
        <dsp:cNvSpPr/>
      </dsp:nvSpPr>
      <dsp:spPr>
        <a:xfrm>
          <a:off x="0" y="2790098"/>
          <a:ext cx="1718340" cy="1327304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Vector Database:</a:t>
          </a:r>
          <a:endParaRPr lang="en-US" sz="2000" kern="1200"/>
        </a:p>
      </dsp:txBody>
      <dsp:txXfrm>
        <a:off x="64794" y="2854892"/>
        <a:ext cx="1588752" cy="1197716"/>
      </dsp:txXfrm>
    </dsp:sp>
    <dsp:sp modelId="{363FD67E-CE28-E442-8127-09998A48F6F7}">
      <dsp:nvSpPr>
        <dsp:cNvPr id="0" name=""/>
        <dsp:cNvSpPr/>
      </dsp:nvSpPr>
      <dsp:spPr>
        <a:xfrm rot="5400000">
          <a:off x="2714832" y="3320006"/>
          <a:ext cx="1061843" cy="3054827"/>
        </a:xfrm>
        <a:prstGeom prst="round2Same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Retrieves </a:t>
          </a:r>
          <a:r>
            <a:rPr lang="en-US" sz="1500" b="1" kern="1200"/>
            <a:t>relevant reviews</a:t>
          </a:r>
          <a:r>
            <a:rPr lang="en-US" sz="1500" kern="1200"/>
            <a:t> from vector DB.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Generates </a:t>
          </a:r>
          <a:r>
            <a:rPr lang="en-US" sz="1500" b="1" kern="1200"/>
            <a:t>up-to-date summaries.</a:t>
          </a:r>
          <a:endParaRPr lang="en-US" sz="1500" kern="1200"/>
        </a:p>
      </dsp:txBody>
      <dsp:txXfrm rot="-5400000">
        <a:off x="1718341" y="4368333"/>
        <a:ext cx="3002992" cy="958173"/>
      </dsp:txXfrm>
    </dsp:sp>
    <dsp:sp modelId="{46A560E1-696A-A344-B180-B17E5B571F78}">
      <dsp:nvSpPr>
        <dsp:cNvPr id="0" name=""/>
        <dsp:cNvSpPr/>
      </dsp:nvSpPr>
      <dsp:spPr>
        <a:xfrm>
          <a:off x="0" y="4183768"/>
          <a:ext cx="1718340" cy="132730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RAG Query &amp; Generation:</a:t>
          </a:r>
          <a:endParaRPr lang="en-US" sz="2000" kern="1200"/>
        </a:p>
      </dsp:txBody>
      <dsp:txXfrm>
        <a:off x="64794" y="4248562"/>
        <a:ext cx="1588752" cy="11977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67B82-D91E-4D29-B72C-2C5621428AF6}">
      <dsp:nvSpPr>
        <dsp:cNvPr id="0" name=""/>
        <dsp:cNvSpPr/>
      </dsp:nvSpPr>
      <dsp:spPr>
        <a:xfrm>
          <a:off x="-267711" y="8725"/>
          <a:ext cx="4697730" cy="15677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460CFF-8416-4B1D-A5F2-FCBAAFE33C8B}">
      <dsp:nvSpPr>
        <dsp:cNvPr id="0" name=""/>
        <dsp:cNvSpPr/>
      </dsp:nvSpPr>
      <dsp:spPr>
        <a:xfrm>
          <a:off x="206542" y="361476"/>
          <a:ext cx="862280" cy="8622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E3A2F5-8A9C-4268-936A-219E7DDF425D}">
      <dsp:nvSpPr>
        <dsp:cNvPr id="0" name=""/>
        <dsp:cNvSpPr/>
      </dsp:nvSpPr>
      <dsp:spPr>
        <a:xfrm>
          <a:off x="1543076" y="8725"/>
          <a:ext cx="2883399" cy="1567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924" tIns="165924" rIns="165924" bIns="16592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Web app built with </a:t>
          </a:r>
          <a:r>
            <a:rPr lang="en-US" sz="1400" b="1" kern="1200"/>
            <a:t>Streamlit</a:t>
          </a:r>
          <a:r>
            <a:rPr lang="en-US" sz="1400" kern="1200"/>
            <a:t>.</a:t>
          </a:r>
        </a:p>
      </dsp:txBody>
      <dsp:txXfrm>
        <a:off x="1543076" y="8725"/>
        <a:ext cx="2883399" cy="1567781"/>
      </dsp:txXfrm>
    </dsp:sp>
    <dsp:sp modelId="{D164710E-01DE-4B6B-B166-F547399F65BC}">
      <dsp:nvSpPr>
        <dsp:cNvPr id="0" name=""/>
        <dsp:cNvSpPr/>
      </dsp:nvSpPr>
      <dsp:spPr>
        <a:xfrm>
          <a:off x="-267711" y="1968453"/>
          <a:ext cx="4697730" cy="15677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245FAC-9F0F-438A-86D4-AFD829872EB9}">
      <dsp:nvSpPr>
        <dsp:cNvPr id="0" name=""/>
        <dsp:cNvSpPr/>
      </dsp:nvSpPr>
      <dsp:spPr>
        <a:xfrm>
          <a:off x="206542" y="2321203"/>
          <a:ext cx="862280" cy="8622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176ADF-A0A3-4715-969D-352E7E10C85B}">
      <dsp:nvSpPr>
        <dsp:cNvPr id="0" name=""/>
        <dsp:cNvSpPr/>
      </dsp:nvSpPr>
      <dsp:spPr>
        <a:xfrm>
          <a:off x="1543076" y="1968453"/>
          <a:ext cx="2883399" cy="1567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924" tIns="165924" rIns="165924" bIns="16592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Users ask questions about movies → system retrieves &amp; summarizes reviews.</a:t>
          </a:r>
        </a:p>
      </dsp:txBody>
      <dsp:txXfrm>
        <a:off x="1543076" y="1968453"/>
        <a:ext cx="2883399" cy="1567781"/>
      </dsp:txXfrm>
    </dsp:sp>
    <dsp:sp modelId="{D0DE23A9-E777-4A36-A3BF-EB5D9C42CD61}">
      <dsp:nvSpPr>
        <dsp:cNvPr id="0" name=""/>
        <dsp:cNvSpPr/>
      </dsp:nvSpPr>
      <dsp:spPr>
        <a:xfrm>
          <a:off x="-267711" y="3928180"/>
          <a:ext cx="4697730" cy="15677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B73DA5-9FA4-41DA-9562-2015DE5125F9}">
      <dsp:nvSpPr>
        <dsp:cNvPr id="0" name=""/>
        <dsp:cNvSpPr/>
      </dsp:nvSpPr>
      <dsp:spPr>
        <a:xfrm>
          <a:off x="206542" y="4280931"/>
          <a:ext cx="862280" cy="8622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92769A-3734-414F-91D9-8B322E63776B}">
      <dsp:nvSpPr>
        <dsp:cNvPr id="0" name=""/>
        <dsp:cNvSpPr/>
      </dsp:nvSpPr>
      <dsp:spPr>
        <a:xfrm>
          <a:off x="1543076" y="3928180"/>
          <a:ext cx="2113978" cy="1567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924" tIns="165924" rIns="165924" bIns="16592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Features: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Live feedback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Metadata inspection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- User-friendly interface</a:t>
          </a:r>
        </a:p>
      </dsp:txBody>
      <dsp:txXfrm>
        <a:off x="1543076" y="3928180"/>
        <a:ext cx="2113978" cy="1567781"/>
      </dsp:txXfrm>
    </dsp:sp>
    <dsp:sp modelId="{EF450E19-8C54-4AAE-BE8E-C59429B2841A}">
      <dsp:nvSpPr>
        <dsp:cNvPr id="0" name=""/>
        <dsp:cNvSpPr/>
      </dsp:nvSpPr>
      <dsp:spPr>
        <a:xfrm>
          <a:off x="3118091" y="3928180"/>
          <a:ext cx="1847350" cy="1567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924" tIns="165924" rIns="165924" bIns="165924" numCol="1" spcCol="1270" anchor="ctr" anchorCtr="0">
          <a:noAutofit/>
        </a:bodyPr>
        <a:lstStyle/>
        <a:p>
          <a:pPr marL="0" lvl="0" indent="0" algn="l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3118091" y="3928180"/>
        <a:ext cx="1847350" cy="1567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pPr>
              <a:defRPr sz="4400" b="1">
                <a:solidFill>
                  <a:srgbClr val="00ADB5"/>
                </a:solidFill>
              </a:defRPr>
            </a:pPr>
            <a:r>
              <a:rPr lang="en-US" sz="6300" dirty="0"/>
              <a:t>Real-Time RAG for Movie Reviews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45150"/>
            <a:ext cx="6193632" cy="6318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Ali </a:t>
            </a:r>
            <a:r>
              <a:rPr lang="en-US" sz="1700" dirty="0" err="1"/>
              <a:t>Charara</a:t>
            </a:r>
            <a:r>
              <a:rPr lang="en-US" sz="1700" dirty="0"/>
              <a:t> &amp; Rémy Sader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January 2025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C5DAD-1F9A-19DA-F8AF-D8FBA31FF1EA}"/>
              </a:ext>
            </a:extLst>
          </p:cNvPr>
          <p:cNvSpPr txBox="1"/>
          <p:nvPr/>
        </p:nvSpPr>
        <p:spPr>
          <a:xfrm>
            <a:off x="1567384" y="4493164"/>
            <a:ext cx="6101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effectLst/>
                <a:latin typeface="CMBX12"/>
              </a:rPr>
              <a:t>GitHub Repository: </a:t>
            </a:r>
            <a:endParaRPr lang="en-US" dirty="0"/>
          </a:p>
          <a:p>
            <a:pPr algn="ctr"/>
            <a:r>
              <a:rPr lang="en-US" sz="1800" dirty="0">
                <a:effectLst/>
                <a:latin typeface="CMTT12"/>
              </a:rPr>
              <a:t>https://</a:t>
            </a:r>
            <a:r>
              <a:rPr lang="en-US" sz="1800" dirty="0" err="1">
                <a:effectLst/>
                <a:latin typeface="CMTT12"/>
              </a:rPr>
              <a:t>github.com</a:t>
            </a:r>
            <a:r>
              <a:rPr lang="en-US" sz="1800" dirty="0">
                <a:effectLst/>
                <a:latin typeface="CMTT12"/>
              </a:rPr>
              <a:t>/</a:t>
            </a:r>
            <a:r>
              <a:rPr lang="en-US" sz="1800" dirty="0" err="1">
                <a:effectLst/>
                <a:latin typeface="CMTT12"/>
              </a:rPr>
              <a:t>charara</a:t>
            </a:r>
            <a:r>
              <a:rPr lang="en-US" sz="1800" dirty="0">
                <a:effectLst/>
                <a:latin typeface="CMTT12"/>
              </a:rPr>
              <a:t>-telecom/ds-project </a:t>
            </a:r>
            <a:endParaRPr lang="en-US" dirty="0"/>
          </a:p>
          <a:p>
            <a:endParaRPr lang="en-L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0ADB5"/>
                </a:solidFill>
              </a:defRPr>
            </a:pPr>
            <a:r>
              <a:rPr lang="en-US" sz="3500"/>
              <a:t>Introduction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endParaRPr lang="en-US" sz="1900"/>
          </a:p>
          <a:p>
            <a:r>
              <a:rPr lang="en-US" sz="1900" b="1"/>
              <a:t>RAG systems</a:t>
            </a:r>
            <a:r>
              <a:rPr lang="en-US" sz="1900"/>
              <a:t> combine large language models with external knowledge for context-aware responses.</a:t>
            </a:r>
          </a:p>
          <a:p>
            <a:r>
              <a:rPr lang="en-US" sz="1900"/>
              <a:t>Most RAG systems work on </a:t>
            </a:r>
            <a:r>
              <a:rPr lang="en-US" sz="1900" b="1"/>
              <a:t>static datasets</a:t>
            </a:r>
            <a:r>
              <a:rPr lang="en-US" sz="1900"/>
              <a:t>, but real-time applications require </a:t>
            </a:r>
            <a:r>
              <a:rPr lang="en-US" sz="1900" b="1"/>
              <a:t>continuous streaming data</a:t>
            </a:r>
            <a:r>
              <a:rPr lang="en-US" sz="1900"/>
              <a:t>.</a:t>
            </a:r>
          </a:p>
          <a:p>
            <a:r>
              <a:rPr lang="en-US" sz="1900"/>
              <a:t>Real-time challenges: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High-throughput ingestion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Low-latency retrieval</a:t>
            </a:r>
          </a:p>
          <a:p>
            <a:r>
              <a:rPr lang="en-US" sz="1900" b="1"/>
              <a:t>This project</a:t>
            </a:r>
            <a:r>
              <a:rPr lang="en-US" sz="1900"/>
              <a:t>: Build a real-time RAG system to analyze public opinions on new movie releases.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0ADB5"/>
                </a:solidFill>
              </a:defRPr>
            </a:pPr>
            <a:r>
              <a:rPr lang="en-US" sz="3200">
                <a:solidFill>
                  <a:srgbClr val="FFFFFF"/>
                </a:solidFill>
              </a:rPr>
              <a:t>Goal of the Project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/>
              <a:t>Build a </a:t>
            </a:r>
            <a:r>
              <a:rPr lang="en-US" b="1"/>
              <a:t>real-time RAG system</a:t>
            </a:r>
            <a:r>
              <a:rPr lang="en-US"/>
              <a:t> for analyzing public movie opinions.</a:t>
            </a:r>
          </a:p>
          <a:p>
            <a:r>
              <a:rPr lang="en-US"/>
              <a:t>Provide </a:t>
            </a:r>
            <a:r>
              <a:rPr lang="en-US" b="1"/>
              <a:t>context-aware summaries</a:t>
            </a:r>
            <a:r>
              <a:rPr lang="en-US"/>
              <a:t> of live movie reviews.</a:t>
            </a:r>
          </a:p>
          <a:p>
            <a:r>
              <a:rPr lang="en-US"/>
              <a:t>Handle </a:t>
            </a:r>
            <a:r>
              <a:rPr lang="en-US" b="1"/>
              <a:t>continuously streaming data</a:t>
            </a:r>
            <a:r>
              <a:rPr lang="en-US"/>
              <a:t> efficiently.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86767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pPr>
              <a:defRPr sz="3200">
                <a:solidFill>
                  <a:srgbClr val="00ADB5"/>
                </a:solidFill>
              </a:defRPr>
            </a:pPr>
            <a:r>
              <a:rPr lang="en-US" sz="4300"/>
              <a:t>Key Objectives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126EB2F-BCB8-433A-35B7-5C495D622E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34223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0ADB5"/>
                </a:solidFill>
              </a:defRPr>
            </a:pPr>
            <a:r>
              <a:rPr lang="en-US" sz="3500"/>
              <a:t>System Architecture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F63D94D-CD31-B755-1568-BC176CCBFF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0460483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0ADB5"/>
                </a:solidFill>
              </a:defRPr>
            </a:pPr>
            <a:r>
              <a:rPr lang="en-US" sz="3500"/>
              <a:t>From Live Reviews to Real-Time Summaries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5B4DC1B-954D-D49E-C2DF-21438D0BE4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9074334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0ADB5"/>
                </a:solidFill>
              </a:defRPr>
            </a:pPr>
            <a:r>
              <a:rPr lang="en-US" sz="3200">
                <a:solidFill>
                  <a:srgbClr val="FFFFFF"/>
                </a:solidFill>
              </a:rPr>
              <a:t>Kafka and TMDB Overview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400"/>
          </a:p>
          <a:p>
            <a:pPr>
              <a:lnSpc>
                <a:spcPct val="90000"/>
              </a:lnSpc>
            </a:pPr>
            <a:r>
              <a:rPr lang="en-US" sz="1400"/>
              <a:t>TMDB API provides </a:t>
            </a:r>
            <a:r>
              <a:rPr lang="en-US" sz="1400" b="1"/>
              <a:t>real-time movie information</a:t>
            </a:r>
            <a:r>
              <a:rPr lang="en-US" sz="1400"/>
              <a:t> and user reviews.</a:t>
            </a:r>
          </a:p>
          <a:p>
            <a:pPr>
              <a:lnSpc>
                <a:spcPct val="90000"/>
              </a:lnSpc>
            </a:pPr>
            <a:r>
              <a:rPr lang="en-US" sz="1400"/>
              <a:t>Apache Kafka is used to </a:t>
            </a:r>
            <a:r>
              <a:rPr lang="en-US" sz="1400" b="1"/>
              <a:t>stream and buffer data</a:t>
            </a:r>
            <a:r>
              <a:rPr lang="en-US" sz="1400"/>
              <a:t> continuously.</a:t>
            </a:r>
          </a:p>
          <a:p>
            <a:pPr>
              <a:lnSpc>
                <a:spcPct val="90000"/>
              </a:lnSpc>
            </a:pPr>
            <a:r>
              <a:rPr lang="en-US" sz="1400"/>
              <a:t>Two Kafka topics organize the data:</a:t>
            </a:r>
          </a:p>
          <a:p>
            <a:pPr lvl="1">
              <a:lnSpc>
                <a:spcPct val="90000"/>
              </a:lnSpc>
            </a:pPr>
            <a:r>
              <a:rPr lang="en-US" sz="1400" b="1"/>
              <a:t>movie-details:</a:t>
            </a:r>
            <a:r>
              <a:rPr lang="en-US" sz="1400"/>
              <a:t> metadata for each movie</a:t>
            </a:r>
          </a:p>
          <a:p>
            <a:pPr lvl="1">
              <a:lnSpc>
                <a:spcPct val="90000"/>
              </a:lnSpc>
            </a:pPr>
            <a:r>
              <a:rPr lang="en-US" sz="1400" b="1"/>
              <a:t>movie-reviews:</a:t>
            </a:r>
            <a:r>
              <a:rPr lang="en-US" sz="1400"/>
              <a:t> user reviews linked to movies</a:t>
            </a:r>
          </a:p>
          <a:p>
            <a:pPr>
              <a:lnSpc>
                <a:spcPct val="90000"/>
              </a:lnSpc>
            </a:pPr>
            <a:r>
              <a:rPr lang="en-US" sz="1400"/>
              <a:t>Ensures </a:t>
            </a:r>
            <a:r>
              <a:rPr lang="en-US" sz="1400" b="1"/>
              <a:t>efficient, real-time ingestion</a:t>
            </a:r>
            <a:r>
              <a:rPr lang="en-US" sz="1400"/>
              <a:t> for the RAG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0ADB5"/>
                </a:solidFill>
              </a:defRPr>
            </a:pPr>
            <a:r>
              <a:rPr lang="en-US" sz="3200">
                <a:solidFill>
                  <a:srgbClr val="FFFFFF"/>
                </a:solidFill>
              </a:rPr>
              <a:t>Kafka Producer Overview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/>
              <a:t>Producer processes up to </a:t>
            </a:r>
            <a:r>
              <a:rPr lang="en-US" sz="2700" b="1"/>
              <a:t>50 movies per iteration</a:t>
            </a:r>
            <a:r>
              <a:rPr lang="en-US" sz="2700"/>
              <a:t> to avoid flooding.</a:t>
            </a:r>
          </a:p>
          <a:p>
            <a:pPr>
              <a:lnSpc>
                <a:spcPct val="90000"/>
              </a:lnSpc>
            </a:pPr>
            <a:r>
              <a:rPr lang="en-US" sz="2700" b="1"/>
              <a:t>Movie details stored:</a:t>
            </a:r>
            <a:r>
              <a:rPr lang="en-US" sz="2700"/>
              <a:t> ID, title, overview, release date, runtime, genres, rating, popularity</a:t>
            </a:r>
          </a:p>
          <a:p>
            <a:pPr>
              <a:lnSpc>
                <a:spcPct val="90000"/>
              </a:lnSpc>
            </a:pPr>
            <a:r>
              <a:rPr lang="en-US" sz="2700" b="1"/>
              <a:t>Reviews stored:</a:t>
            </a:r>
            <a:r>
              <a:rPr lang="en-US" sz="2700"/>
              <a:t> author, content, timestamp, movie ID &amp; title</a:t>
            </a:r>
          </a:p>
          <a:p>
            <a:pPr>
              <a:lnSpc>
                <a:spcPct val="90000"/>
              </a:lnSpc>
            </a:pPr>
            <a:r>
              <a:rPr lang="en-US" sz="2700"/>
              <a:t>Each review is </a:t>
            </a:r>
            <a:r>
              <a:rPr lang="en-US" sz="2700" b="1"/>
              <a:t>enriched with metadata</a:t>
            </a:r>
            <a:r>
              <a:rPr lang="en-US" sz="2700"/>
              <a:t> before entering Kafka → ensures </a:t>
            </a:r>
            <a:r>
              <a:rPr lang="en-US" sz="2700" b="1"/>
              <a:t>accurate retrieval</a:t>
            </a:r>
            <a:r>
              <a:rPr lang="en-US" sz="2700"/>
              <a:t> later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457200"/>
            <a:ext cx="818223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defRPr sz="3200">
                <a:solidFill>
                  <a:srgbClr val="00ADB5"/>
                </a:solidFill>
              </a:defRPr>
            </a:pPr>
            <a:r>
              <a:rPr lang="en-US"/>
              <a:t>Sample Movie Metadata &amp; Review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sX0" fmla="*/ 0 w 2468880"/>
              <a:gd name="csY0" fmla="*/ 0 h 18288"/>
              <a:gd name="csX1" fmla="*/ 592531 w 2468880"/>
              <a:gd name="csY1" fmla="*/ 0 h 18288"/>
              <a:gd name="csX2" fmla="*/ 1160374 w 2468880"/>
              <a:gd name="csY2" fmla="*/ 0 h 18288"/>
              <a:gd name="csX3" fmla="*/ 1728216 w 2468880"/>
              <a:gd name="csY3" fmla="*/ 0 h 18288"/>
              <a:gd name="csX4" fmla="*/ 2468880 w 2468880"/>
              <a:gd name="csY4" fmla="*/ 0 h 18288"/>
              <a:gd name="csX5" fmla="*/ 2468880 w 2468880"/>
              <a:gd name="csY5" fmla="*/ 18288 h 18288"/>
              <a:gd name="csX6" fmla="*/ 1802282 w 2468880"/>
              <a:gd name="csY6" fmla="*/ 18288 h 18288"/>
              <a:gd name="csX7" fmla="*/ 1209751 w 2468880"/>
              <a:gd name="csY7" fmla="*/ 18288 h 18288"/>
              <a:gd name="csX8" fmla="*/ 641909 w 2468880"/>
              <a:gd name="csY8" fmla="*/ 18288 h 18288"/>
              <a:gd name="csX9" fmla="*/ 0 w 2468880"/>
              <a:gd name="csY9" fmla="*/ 18288 h 18288"/>
              <a:gd name="csX10" fmla="*/ 0 w 246888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F8FB6B-E683-EF0B-8161-4E50160B4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" y="2620450"/>
            <a:ext cx="4210812" cy="2368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104A82-0E94-3340-E177-40D8C77D4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158" y="3143413"/>
            <a:ext cx="4210812" cy="18632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0ADB5"/>
                </a:solidFill>
              </a:defRPr>
            </a:pPr>
            <a:r>
              <a:rPr lang="en-US" sz="4300"/>
              <a:t>Kafka Consumer &amp; Embedding Pipeline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US" sz="1900" b="1"/>
              <a:t>Reads live reviews</a:t>
            </a:r>
            <a:r>
              <a:rPr lang="en-US" sz="1900"/>
              <a:t> from the movie-reviews Kafka topic.</a:t>
            </a:r>
          </a:p>
          <a:p>
            <a:r>
              <a:rPr lang="en-US" sz="1900" b="1"/>
              <a:t>Prepares data</a:t>
            </a:r>
            <a:r>
              <a:rPr lang="en-US" sz="1900"/>
              <a:t> for the vector database: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/>
              <a:t>Assigns unique IDs to each review.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/>
              <a:t>Normalizes metadata (movie title, author, rating, timestamps).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900"/>
              <a:t>Converts review dates to numeric timestamps for filtering.</a:t>
            </a:r>
          </a:p>
          <a:p>
            <a:r>
              <a:rPr lang="en-US" sz="1900" b="1"/>
              <a:t>Generates embeddings</a:t>
            </a:r>
            <a:r>
              <a:rPr lang="en-US" sz="1900"/>
              <a:t> using the Gemini model (text-embedding-004, 768 dimensions).</a:t>
            </a:r>
          </a:p>
          <a:p>
            <a:r>
              <a:rPr lang="en-US" sz="1900" b="1"/>
              <a:t>Stores processed data</a:t>
            </a:r>
            <a:r>
              <a:rPr lang="en-US" sz="1900"/>
              <a:t> in ChromaDB (chroma_db_v2) for real-time RAG retrieval.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0ADB5"/>
                </a:solidFill>
              </a:defRPr>
            </a:pPr>
            <a:r>
              <a:rPr lang="en-US" sz="3600"/>
              <a:t>Vector Database &amp; Gemini Embeddings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i="0" u="none" strike="noStrike">
                <a:effectLst/>
              </a:rPr>
              <a:t>Vector Database (ChromaDB)</a:t>
            </a:r>
            <a:endParaRPr lang="en-US" sz="1900" b="0" i="0" u="none" strike="noStrike">
              <a:effectLst/>
            </a:endParaRP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0" i="0" u="none" strike="noStrike">
                <a:effectLst/>
              </a:rPr>
              <a:t>Stores processed reviews, embeddings, and essential metadata.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0" i="0" u="none" strike="noStrike">
                <a:effectLst/>
              </a:rPr>
              <a:t>Acts as the knowledge base for real-time RAG retrieval.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0" i="0" u="none" strike="noStrike">
                <a:effectLst/>
              </a:rPr>
              <a:t>Keeps storage efficient by including only relevant metadata (title, rating, timestamp).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i="0" u="none" strike="noStrike">
                <a:effectLst/>
              </a:rPr>
              <a:t>Embedding Generation (Gemini)</a:t>
            </a:r>
            <a:endParaRPr lang="en-US" sz="1900" b="0" i="0" u="none" strike="noStrike">
              <a:effectLst/>
            </a:endParaRP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0" i="0" u="none" strike="noStrike">
                <a:effectLst/>
              </a:rPr>
              <a:t>Converts review text into 768-dimensional vector embeddings.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0" i="0" u="none" strike="noStrike">
                <a:effectLst/>
              </a:rPr>
              <a:t>Captures semantic meaning for similarity-based retrieval.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0" i="0" u="none" strike="noStrike">
                <a:effectLst/>
              </a:rPr>
              <a:t>Custom GeminiHelper handles:</a:t>
            </a:r>
          </a:p>
          <a:p>
            <a:pPr marL="1143000" lvl="2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0" i="0" u="none" strike="noStrike">
                <a:effectLst/>
              </a:rPr>
              <a:t>API key rotation</a:t>
            </a:r>
          </a:p>
          <a:p>
            <a:pPr marL="1143000" lvl="2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0" i="0" u="none" strike="noStrike">
                <a:effectLst/>
              </a:rPr>
              <a:t>Single/batch embeddings</a:t>
            </a:r>
          </a:p>
          <a:p>
            <a:pPr marL="1143000" lvl="2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0" i="0" u="none" strike="noStrike">
                <a:effectLst/>
              </a:rPr>
              <a:t>Configurable parameters (task_type, dimensions)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03839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0ADB5"/>
                </a:solidFill>
              </a:defRPr>
            </a:pPr>
            <a:r>
              <a:rPr lang="en-US" sz="4700"/>
              <a:t>Rag Pipeline Overview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US" sz="1900" dirty="0"/>
              <a:t>Processes user queries with </a:t>
            </a:r>
            <a:r>
              <a:rPr lang="en-US" sz="1900" b="1" dirty="0"/>
              <a:t>Gemini model</a:t>
            </a:r>
            <a:r>
              <a:rPr lang="en-US" sz="1900" dirty="0"/>
              <a:t> for filter extraction.</a:t>
            </a:r>
          </a:p>
          <a:p>
            <a:r>
              <a:rPr lang="en-US" sz="1900" dirty="0"/>
              <a:t>Retrieves </a:t>
            </a:r>
            <a:r>
              <a:rPr lang="en-US" sz="1900" b="1" dirty="0"/>
              <a:t>relevant reviews</a:t>
            </a:r>
            <a:r>
              <a:rPr lang="en-US" sz="1900" dirty="0"/>
              <a:t> from </a:t>
            </a:r>
            <a:r>
              <a:rPr lang="en-US" sz="1900" dirty="0" err="1"/>
              <a:t>ChromaDB</a:t>
            </a:r>
            <a:r>
              <a:rPr lang="en-US" sz="1900" dirty="0"/>
              <a:t> via:</a:t>
            </a:r>
          </a:p>
          <a:p>
            <a:pPr lvl="1"/>
            <a:r>
              <a:rPr lang="en-US" sz="1900" dirty="0"/>
              <a:t>Semantic similarity (embeddings)</a:t>
            </a:r>
          </a:p>
          <a:p>
            <a:pPr lvl="1"/>
            <a:r>
              <a:rPr lang="en-US" sz="1900" dirty="0"/>
              <a:t>Metadata filtering (movie title, rating, date)</a:t>
            </a:r>
          </a:p>
          <a:p>
            <a:r>
              <a:rPr lang="en-US" sz="1900" dirty="0"/>
              <a:t>Formats retrieved documents for </a:t>
            </a:r>
            <a:r>
              <a:rPr lang="en-US" sz="1900" b="1" dirty="0"/>
              <a:t>LLM answer generation</a:t>
            </a:r>
            <a:r>
              <a:rPr lang="en-US" sz="1900" dirty="0"/>
              <a:t>.</a:t>
            </a:r>
          </a:p>
          <a:p>
            <a:r>
              <a:rPr lang="en-US" sz="1900" dirty="0"/>
              <a:t>Outputs the </a:t>
            </a:r>
            <a:r>
              <a:rPr lang="en-US" sz="1900" b="1" dirty="0"/>
              <a:t>answer </a:t>
            </a:r>
            <a:r>
              <a:rPr lang="en-US" sz="1900" dirty="0"/>
              <a:t>with movie references for debugging purposes.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74024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0ADB5"/>
                </a:solidFill>
              </a:defRPr>
            </a:pPr>
            <a:r>
              <a:rPr lang="en-US" sz="3800"/>
              <a:t>User Interaction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C20AEE0-9611-6247-777A-12EC6C330E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0806764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191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457200"/>
            <a:ext cx="818223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defRPr sz="3200">
                <a:solidFill>
                  <a:srgbClr val="00ADB5"/>
                </a:solidFill>
              </a:defRPr>
            </a:pPr>
            <a:r>
              <a:rPr lang="en-US" dirty="0"/>
              <a:t>User Example Prompts &amp; Responses (1/2)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sX0" fmla="*/ 0 w 2468880"/>
              <a:gd name="csY0" fmla="*/ 0 h 18288"/>
              <a:gd name="csX1" fmla="*/ 592531 w 2468880"/>
              <a:gd name="csY1" fmla="*/ 0 h 18288"/>
              <a:gd name="csX2" fmla="*/ 1160374 w 2468880"/>
              <a:gd name="csY2" fmla="*/ 0 h 18288"/>
              <a:gd name="csX3" fmla="*/ 1728216 w 2468880"/>
              <a:gd name="csY3" fmla="*/ 0 h 18288"/>
              <a:gd name="csX4" fmla="*/ 2468880 w 2468880"/>
              <a:gd name="csY4" fmla="*/ 0 h 18288"/>
              <a:gd name="csX5" fmla="*/ 2468880 w 2468880"/>
              <a:gd name="csY5" fmla="*/ 18288 h 18288"/>
              <a:gd name="csX6" fmla="*/ 1802282 w 2468880"/>
              <a:gd name="csY6" fmla="*/ 18288 h 18288"/>
              <a:gd name="csX7" fmla="*/ 1209751 w 2468880"/>
              <a:gd name="csY7" fmla="*/ 18288 h 18288"/>
              <a:gd name="csX8" fmla="*/ 641909 w 2468880"/>
              <a:gd name="csY8" fmla="*/ 18288 h 18288"/>
              <a:gd name="csX9" fmla="*/ 0 w 2468880"/>
              <a:gd name="csY9" fmla="*/ 18288 h 18288"/>
              <a:gd name="csX10" fmla="*/ 0 w 246888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screenshot of a phone&#10;&#10;Description automatically generated">
            <a:extLst>
              <a:ext uri="{FF2B5EF4-FFF2-40B4-BE49-F238E27FC236}">
                <a16:creationId xmlns:a16="http://schemas.microsoft.com/office/drawing/2014/main" id="{80D1FE73-8B8E-281C-FA39-1AB0C4103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95" y="2642616"/>
            <a:ext cx="2794481" cy="3605784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E216A0B6-608C-E216-0EBE-92AF21B8C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684" y="2642616"/>
            <a:ext cx="3877188" cy="36057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8064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457200"/>
            <a:ext cx="818223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defRPr sz="3200">
                <a:solidFill>
                  <a:srgbClr val="00ADB5"/>
                </a:solidFill>
              </a:defRPr>
            </a:pPr>
            <a:r>
              <a:rPr lang="en-US" dirty="0"/>
              <a:t>User Example Prompts &amp; Responses (2/2)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sX0" fmla="*/ 0 w 2468880"/>
              <a:gd name="csY0" fmla="*/ 0 h 18288"/>
              <a:gd name="csX1" fmla="*/ 592531 w 2468880"/>
              <a:gd name="csY1" fmla="*/ 0 h 18288"/>
              <a:gd name="csX2" fmla="*/ 1160374 w 2468880"/>
              <a:gd name="csY2" fmla="*/ 0 h 18288"/>
              <a:gd name="csX3" fmla="*/ 1728216 w 2468880"/>
              <a:gd name="csY3" fmla="*/ 0 h 18288"/>
              <a:gd name="csX4" fmla="*/ 2468880 w 2468880"/>
              <a:gd name="csY4" fmla="*/ 0 h 18288"/>
              <a:gd name="csX5" fmla="*/ 2468880 w 2468880"/>
              <a:gd name="csY5" fmla="*/ 18288 h 18288"/>
              <a:gd name="csX6" fmla="*/ 1802282 w 2468880"/>
              <a:gd name="csY6" fmla="*/ 18288 h 18288"/>
              <a:gd name="csX7" fmla="*/ 1209751 w 2468880"/>
              <a:gd name="csY7" fmla="*/ 18288 h 18288"/>
              <a:gd name="csX8" fmla="*/ 641909 w 2468880"/>
              <a:gd name="csY8" fmla="*/ 18288 h 18288"/>
              <a:gd name="csX9" fmla="*/ 0 w 2468880"/>
              <a:gd name="csY9" fmla="*/ 18288 h 18288"/>
              <a:gd name="csX10" fmla="*/ 0 w 246888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Screens screenshot of a phone&#10;&#10;Description automatically generated">
            <a:extLst>
              <a:ext uri="{FF2B5EF4-FFF2-40B4-BE49-F238E27FC236}">
                <a16:creationId xmlns:a16="http://schemas.microsoft.com/office/drawing/2014/main" id="{C456EE3F-4B90-E6C2-7B62-F8F5F1A9C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77" y="2642616"/>
            <a:ext cx="3191118" cy="3605784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CB5CD84E-E740-C931-44D2-45CFF771D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2661176"/>
            <a:ext cx="4210812" cy="356866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42623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825" y="735283"/>
            <a:ext cx="3733800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3200">
                <a:solidFill>
                  <a:srgbClr val="00ADB5"/>
                </a:solidFill>
              </a:defRPr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pic>
        <p:nvPicPr>
          <p:cNvPr id="8" name="Graphic 7" descr="Monitor">
            <a:extLst>
              <a:ext uri="{FF2B5EF4-FFF2-40B4-BE49-F238E27FC236}">
                <a16:creationId xmlns:a16="http://schemas.microsoft.com/office/drawing/2014/main" id="{70698D98-466D-8976-8072-870D0861B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  <p:pic>
        <p:nvPicPr>
          <p:cNvPr id="10" name="Graphic 9" descr="Monitor">
            <a:extLst>
              <a:ext uri="{FF2B5EF4-FFF2-40B4-BE49-F238E27FC236}">
                <a16:creationId xmlns:a16="http://schemas.microsoft.com/office/drawing/2014/main" id="{8F8E1581-17D9-4D95-A84D-222EC26E8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98047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{E2F7F84A-CA3D-9D44-B768-54ED6B6AE67D}tf10001072</Template>
  <TotalTime>353</TotalTime>
  <Words>636</Words>
  <Application>Microsoft Office PowerPoint</Application>
  <PresentationFormat>On-screen Show (4:3)</PresentationFormat>
  <Paragraphs>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CMBX12</vt:lpstr>
      <vt:lpstr>CMTT12</vt:lpstr>
      <vt:lpstr>Office Theme</vt:lpstr>
      <vt:lpstr>Real-Time RAG for Movie Reviews</vt:lpstr>
      <vt:lpstr>Introduction</vt:lpstr>
      <vt:lpstr>Goal of the Project</vt:lpstr>
      <vt:lpstr>Key Objectives</vt:lpstr>
      <vt:lpstr>System Architecture</vt:lpstr>
      <vt:lpstr>From Live Reviews to Real-Time Summaries</vt:lpstr>
      <vt:lpstr>Kafka and TMDB Overview</vt:lpstr>
      <vt:lpstr>Kafka Producer Overview</vt:lpstr>
      <vt:lpstr>Sample Movie Metadata &amp; Review</vt:lpstr>
      <vt:lpstr>Kafka Consumer &amp; Embedding Pipeline</vt:lpstr>
      <vt:lpstr>Vector Database &amp; Gemini Embeddings</vt:lpstr>
      <vt:lpstr>Rag Pipeline Overview</vt:lpstr>
      <vt:lpstr>User Interaction</vt:lpstr>
      <vt:lpstr>User Example Prompts &amp; Responses (1/2)</vt:lpstr>
      <vt:lpstr>User Example Prompts &amp; Responses (2/2)</vt:lpstr>
      <vt:lpstr>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RAG for Movie Reviews</dc:title>
  <dc:subject/>
  <dc:creator/>
  <cp:keywords/>
  <dc:description>generated using python-pptx</dc:description>
  <cp:lastModifiedBy>Ali Chararaa</cp:lastModifiedBy>
  <cp:revision>8</cp:revision>
  <dcterms:created xsi:type="dcterms:W3CDTF">2013-01-27T09:14:16Z</dcterms:created>
  <dcterms:modified xsi:type="dcterms:W3CDTF">2026-01-03T21:14:53Z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2026-01-03T20:55:56Z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71311368-ff5e-4523-bee3-45dd0b3399e1</vt:lpwstr>
  </property>
  <property fmtid="{D5CDD505-2E9C-101B-9397-08002B2CF9AE}" pid="7" name="MSIP_Label_defa4170-0d19-0005-0004-bc88714345d2_ActionId">
    <vt:lpwstr>0cc8647f-2049-4aa8-9257-7f7c88895e5b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